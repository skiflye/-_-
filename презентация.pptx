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  <p:sldMasterId id="2147483663" r:id="rId2"/>
  </p:sldMasterIdLst>
  <p:notesMasterIdLst>
    <p:notesMasterId r:id="rId16"/>
  </p:notesMasterIdLst>
  <p:sldIdLst>
    <p:sldId id="310" r:id="rId3"/>
    <p:sldId id="285" r:id="rId4"/>
    <p:sldId id="286" r:id="rId5"/>
    <p:sldId id="300" r:id="rId6"/>
    <p:sldId id="312" r:id="rId7"/>
    <p:sldId id="314" r:id="rId8"/>
    <p:sldId id="308" r:id="rId9"/>
    <p:sldId id="301" r:id="rId10"/>
    <p:sldId id="307" r:id="rId11"/>
    <p:sldId id="313" r:id="rId12"/>
    <p:sldId id="302" r:id="rId13"/>
    <p:sldId id="315" r:id="rId14"/>
    <p:sldId id="309" r:id="rId15"/>
  </p:sldIdLst>
  <p:sldSz cx="9144000" cy="5143500" type="screen16x9"/>
  <p:notesSz cx="6858000" cy="9144000"/>
  <p:defaultTextStyle>
    <a:defPPr>
      <a:defRPr lang="ru-RU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981" userDrawn="1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Вечер Евгений" initials="ВЕ" lastIdx="1" clrIdx="0">
    <p:extLst>
      <p:ext uri="{19B8F6BF-5375-455C-9EA6-DF929625EA0E}">
        <p15:presenceInfo xmlns:p15="http://schemas.microsoft.com/office/powerpoint/2012/main" userId="918fb46b74789f52" providerId="Windows Live"/>
      </p:ext>
    </p:extLst>
  </p:cmAuthor>
  <p:cmAuthor id="2" name="Artem" initials="A" lastIdx="8" clrIdx="1">
    <p:extLst>
      <p:ext uri="{19B8F6BF-5375-455C-9EA6-DF929625EA0E}">
        <p15:presenceInfo xmlns:p15="http://schemas.microsoft.com/office/powerpoint/2012/main" userId="Artem" providerId="None"/>
      </p:ext>
    </p:extLst>
  </p:cmAuthor>
  <p:cmAuthor id="3" name="tokiplay" initials="t" lastIdx="3" clrIdx="2">
    <p:extLst>
      <p:ext uri="{19B8F6BF-5375-455C-9EA6-DF929625EA0E}">
        <p15:presenceInfo xmlns:p15="http://schemas.microsoft.com/office/powerpoint/2012/main" userId="96a573e395af6520" providerId="Windows Live"/>
      </p:ext>
    </p:extLst>
  </p:cmAuthor>
  <p:cmAuthor id="4" name="Андреева Юлия Олеговна" initials="АЮО" lastIdx="6" clrIdx="3">
    <p:extLst>
      <p:ext uri="{19B8F6BF-5375-455C-9EA6-DF929625EA0E}">
        <p15:presenceInfo xmlns:p15="http://schemas.microsoft.com/office/powerpoint/2012/main" userId="S-1-5-21-2803823264-976895225-1840217349-26703" providerId="AD"/>
      </p:ext>
    </p:extLst>
  </p:cmAuthor>
  <p:cmAuthor id="5" name="Microsoft Office User" initials="MOU" lastIdx="1" clrIdx="4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56A8"/>
    <a:srgbClr val="A71FA3"/>
    <a:srgbClr val="6C47F6"/>
    <a:srgbClr val="0166B3"/>
    <a:srgbClr val="1B66B3"/>
    <a:srgbClr val="0095DA"/>
    <a:srgbClr val="76AE27"/>
    <a:srgbClr val="0796BA"/>
    <a:srgbClr val="F59C00"/>
    <a:srgbClr val="8905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21" autoAdjust="0"/>
    <p:restoredTop sz="94670"/>
  </p:normalViewPr>
  <p:slideViewPr>
    <p:cSldViewPr>
      <p:cViewPr varScale="1">
        <p:scale>
          <a:sx n="141" d="100"/>
          <a:sy n="141" d="100"/>
        </p:scale>
        <p:origin x="432" y="114"/>
      </p:cViewPr>
      <p:guideLst>
        <p:guide orient="horz" pos="2981"/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commentAuthors" Target="commentAuthor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cs typeface="Arial" charset="0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hangingPunct="1">
              <a:defRPr sz="1200">
                <a:cs typeface="Arial" charset="0"/>
              </a:defRPr>
            </a:lvl1pPr>
          </a:lstStyle>
          <a:p>
            <a:pPr>
              <a:defRPr/>
            </a:pPr>
            <a:fld id="{D12B95DE-707C-4F0B-ADD6-A229D9D75828}" type="datetimeFigureOut">
              <a:rPr lang="ru-RU"/>
              <a:pPr>
                <a:defRPr/>
              </a:pPr>
              <a:t>04.09.2026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ru-RU" noProof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noProof="0"/>
              <a:t>Образец текста</a:t>
            </a:r>
          </a:p>
          <a:p>
            <a:pPr lvl="1"/>
            <a:r>
              <a:rPr lang="ru-RU" noProof="0"/>
              <a:t>Второй уровень</a:t>
            </a:r>
          </a:p>
          <a:p>
            <a:pPr lvl="2"/>
            <a:r>
              <a:rPr lang="ru-RU" noProof="0"/>
              <a:t>Третий уровень</a:t>
            </a:r>
          </a:p>
          <a:p>
            <a:pPr lvl="3"/>
            <a:r>
              <a:rPr lang="ru-RU" noProof="0"/>
              <a:t>Четвертый уровень</a:t>
            </a:r>
          </a:p>
          <a:p>
            <a:pPr lvl="4"/>
            <a:r>
              <a:rPr lang="ru-RU" noProof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cs typeface="Arial" charset="0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A1F4B7F4-843C-4E84-98F6-AEE9401CE27B}" type="slidenum">
              <a:rPr lang="ru-RU" altLang="ru-RU"/>
              <a:pPr/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283661238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E56F33B-C104-4810-B1B9-487C5AA50F76}" type="datetime1">
              <a:rPr lang="ru-RU" smtClean="0"/>
              <a:t>04.09.2026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1C0A57E3-EA23-4E01-B1DF-72CA8D4A16E5}" type="slidenum">
              <a:rPr lang="ru-RU" altLang="ru-RU"/>
              <a:pPr/>
              <a:t>‹#›</a:t>
            </a:fld>
            <a:endParaRPr lang="ru-RU" alt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E56F33B-C104-4810-B1B9-487C5AA50F76}" type="datetime1">
              <a:rPr lang="ru-RU" smtClean="0"/>
              <a:t>04.09.2026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1C0A57E3-EA23-4E01-B1DF-72CA8D4A16E5}" type="slidenum">
              <a:rPr lang="ru-RU" altLang="ru-RU"/>
              <a:pPr/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1199484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0352" y="195486"/>
            <a:ext cx="1042197" cy="455961"/>
          </a:xfrm>
          <a:prstGeom prst="rect">
            <a:avLst/>
          </a:prstGeom>
        </p:spPr>
      </p:pic>
      <p:sp>
        <p:nvSpPr>
          <p:cNvPr id="10" name="Номер слайда 1"/>
          <p:cNvSpPr>
            <a:spLocks noGrp="1"/>
          </p:cNvSpPr>
          <p:nvPr>
            <p:ph type="sldNum" sz="quarter" idx="4"/>
          </p:nvPr>
        </p:nvSpPr>
        <p:spPr>
          <a:xfrm>
            <a:off x="8625296" y="4779963"/>
            <a:ext cx="333400" cy="273844"/>
          </a:xfrm>
          <a:prstGeom prst="rect">
            <a:avLst/>
          </a:prstGeom>
        </p:spPr>
        <p:txBody>
          <a:bodyPr/>
          <a:lstStyle/>
          <a:p>
            <a:fld id="{1C0A57E3-EA23-4E01-B1DF-72CA8D4A16E5}" type="slidenum">
              <a:rPr lang="ru-RU" altLang="ru-RU" sz="1050" smtClean="0">
                <a:solidFill>
                  <a:schemeClr val="tx1"/>
                </a:solidFill>
                <a:latin typeface="Arial Narrow" panose="020B0606020202030204" pitchFamily="34" charset="0"/>
              </a:rPr>
              <a:pPr/>
              <a:t>‹#›</a:t>
            </a:fld>
            <a:endParaRPr lang="ru-RU" altLang="ru-RU" sz="10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948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Заголовок 1">
            <a:extLst>
              <a:ext uri="{FF2B5EF4-FFF2-40B4-BE49-F238E27FC236}">
                <a16:creationId xmlns:a16="http://schemas.microsoft.com/office/drawing/2014/main" id="{8DC8E599-69C3-4518-935B-F0F35ABA1306}"/>
              </a:ext>
            </a:extLst>
          </p:cNvPr>
          <p:cNvSpPr txBox="1">
            <a:spLocks/>
          </p:cNvSpPr>
          <p:nvPr/>
        </p:nvSpPr>
        <p:spPr bwMode="auto">
          <a:xfrm>
            <a:off x="251520" y="2355726"/>
            <a:ext cx="7757770" cy="5040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l" eaLnBrk="1" hangingPunct="1"/>
            <a:r>
              <a:rPr lang="ru-RU" altLang="ru-RU" sz="4000" b="1" dirty="0">
                <a:solidFill>
                  <a:srgbClr val="2E56A8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Название и тема кейса</a:t>
            </a:r>
          </a:p>
        </p:txBody>
      </p:sp>
      <p:sp>
        <p:nvSpPr>
          <p:cNvPr id="23" name="Подзаголовок 2">
            <a:extLst>
              <a:ext uri="{FF2B5EF4-FFF2-40B4-BE49-F238E27FC236}">
                <a16:creationId xmlns:a16="http://schemas.microsoft.com/office/drawing/2014/main" id="{57C1883F-D119-43B3-916E-93D430E413A9}"/>
              </a:ext>
            </a:extLst>
          </p:cNvPr>
          <p:cNvSpPr txBox="1">
            <a:spLocks/>
          </p:cNvSpPr>
          <p:nvPr/>
        </p:nvSpPr>
        <p:spPr bwMode="auto">
          <a:xfrm>
            <a:off x="251520" y="4554437"/>
            <a:ext cx="2344339" cy="1779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b"/>
          <a:lstStyle/>
          <a:p>
            <a:pPr eaLnBrk="1" hangingPunct="1">
              <a:buFont typeface="Arial" charset="0"/>
              <a:buNone/>
            </a:pPr>
            <a:r>
              <a:rPr lang="ru-RU" altLang="ru-RU" sz="1600" spc="20" dirty="0">
                <a:solidFill>
                  <a:srgbClr val="2E56A8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«Название команды»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68CDBAB2-B77E-4F1E-AA36-0893C762E65D}"/>
              </a:ext>
            </a:extLst>
          </p:cNvPr>
          <p:cNvSpPr/>
          <p:nvPr/>
        </p:nvSpPr>
        <p:spPr>
          <a:xfrm>
            <a:off x="5004048" y="4393784"/>
            <a:ext cx="199113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buFont typeface="Arial" charset="0"/>
              <a:buNone/>
            </a:pPr>
            <a:r>
              <a:rPr lang="en-US" altLang="ru-RU" sz="1600" spc="20" dirty="0">
                <a:solidFill>
                  <a:srgbClr val="2E56A8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e-mail</a:t>
            </a:r>
            <a:endParaRPr lang="ru-RU" altLang="ru-RU" sz="1600" spc="20" dirty="0">
              <a:solidFill>
                <a:srgbClr val="2E56A8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B298414F-D590-49C1-9F3F-EB6AE9C45359}"/>
              </a:ext>
            </a:extLst>
          </p:cNvPr>
          <p:cNvSpPr/>
          <p:nvPr/>
        </p:nvSpPr>
        <p:spPr>
          <a:xfrm>
            <a:off x="7169114" y="4393784"/>
            <a:ext cx="199113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buFont typeface="Arial" charset="0"/>
              <a:buNone/>
            </a:pPr>
            <a:r>
              <a:rPr lang="ru-RU" altLang="ru-RU" sz="1600" spc="20" dirty="0">
                <a:solidFill>
                  <a:srgbClr val="2E56A8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телефон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41EA06-427C-4273-B425-B806C86E968C}"/>
              </a:ext>
            </a:extLst>
          </p:cNvPr>
          <p:cNvSpPr txBox="1"/>
          <p:nvPr/>
        </p:nvSpPr>
        <p:spPr>
          <a:xfrm>
            <a:off x="5724128" y="267494"/>
            <a:ext cx="30243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>
                <a:solidFill>
                  <a:srgbClr val="FF000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На данном слайде допускается </a:t>
            </a:r>
          </a:p>
          <a:p>
            <a:pPr algn="r"/>
            <a:r>
              <a:rPr lang="ru-RU" sz="1400" dirty="0">
                <a:solidFill>
                  <a:srgbClr val="FF000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размещение заднего фона и </a:t>
            </a:r>
          </a:p>
          <a:p>
            <a:pPr algn="r"/>
            <a:r>
              <a:rPr lang="ru-RU" sz="1400" dirty="0">
                <a:solidFill>
                  <a:srgbClr val="FF000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флага страны, которую представляет команда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528" y="186484"/>
            <a:ext cx="1368152" cy="598567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346" r="29062" b="36527"/>
          <a:stretch/>
        </p:blipFill>
        <p:spPr>
          <a:xfrm>
            <a:off x="6660232" y="1707654"/>
            <a:ext cx="1948095" cy="2544667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9712" y="267494"/>
            <a:ext cx="3495675" cy="60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411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1D26829-74B4-4819-BC82-76B4C96ADE4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398" t="29701" r="39723" b="22700"/>
          <a:stretch/>
        </p:blipFill>
        <p:spPr>
          <a:xfrm>
            <a:off x="401442" y="1697427"/>
            <a:ext cx="1728192" cy="1728192"/>
          </a:xfrm>
          <a:prstGeom prst="ellipse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5990225-9EA8-43F7-A0D0-1E00F7CA929A}"/>
              </a:ext>
            </a:extLst>
          </p:cNvPr>
          <p:cNvSpPr/>
          <p:nvPr/>
        </p:nvSpPr>
        <p:spPr>
          <a:xfrm>
            <a:off x="343920" y="3510142"/>
            <a:ext cx="156581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spc="20" dirty="0">
                <a:solidFill>
                  <a:srgbClr val="2E56A8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Имя Фамилия</a:t>
            </a:r>
          </a:p>
          <a:p>
            <a:r>
              <a:rPr lang="ru-RU" sz="1200" spc="20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Роль в команде</a:t>
            </a:r>
            <a:endParaRPr lang="ru-RU" sz="1200" dirty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1409290-CF8E-4F7A-8B3F-3A89452FE030}"/>
              </a:ext>
            </a:extLst>
          </p:cNvPr>
          <p:cNvSpPr/>
          <p:nvPr/>
        </p:nvSpPr>
        <p:spPr>
          <a:xfrm>
            <a:off x="343921" y="4086240"/>
            <a:ext cx="1829781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000" spc="20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Коротко об участнике: какие задачи решал, опыт участия в аналогичных проектах, вклад </a:t>
            </a:r>
            <a:endParaRPr lang="ru-RU" sz="1000" spc="20" dirty="0" smtClean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r>
              <a:rPr lang="ru-RU" sz="1000" spc="20" dirty="0" smtClean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в </a:t>
            </a:r>
            <a:r>
              <a:rPr lang="ru-RU" sz="1000" spc="20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решение кейса</a:t>
            </a:r>
            <a:endParaRPr lang="ru-RU" sz="1000" dirty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1" name="Объект 2">
            <a:extLst>
              <a:ext uri="{FF2B5EF4-FFF2-40B4-BE49-F238E27FC236}">
                <a16:creationId xmlns:a16="http://schemas.microsoft.com/office/drawing/2014/main" id="{6A11888E-22F9-4B42-AE59-08E770309D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2979" y="1053678"/>
            <a:ext cx="8613800" cy="600164"/>
          </a:xfrm>
        </p:spPr>
        <p:txBody>
          <a:bodyPr/>
          <a:lstStyle/>
          <a:p>
            <a:pPr marL="0" indent="0" eaLnBrk="1" hangingPunct="1">
              <a:spcBef>
                <a:spcPts val="1200"/>
              </a:spcBef>
              <a:spcAft>
                <a:spcPts val="1200"/>
              </a:spcAft>
              <a:buClr>
                <a:srgbClr val="0166B3"/>
              </a:buClr>
              <a:buNone/>
            </a:pPr>
            <a:r>
              <a:rPr lang="ru-RU" altLang="ru-RU" sz="1600" spc="20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Здесь рекомендуется указать название команды, а также название организации</a:t>
            </a: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92F20D05-2EAC-456C-ACF7-EFB76AEB8A8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398" t="29701" r="39723" b="22700"/>
          <a:stretch/>
        </p:blipFill>
        <p:spPr>
          <a:xfrm>
            <a:off x="2553808" y="1697427"/>
            <a:ext cx="1728192" cy="1728192"/>
          </a:xfrm>
          <a:prstGeom prst="ellipse">
            <a:avLst/>
          </a:prstGeom>
        </p:spPr>
      </p:pic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0D671F29-2B92-40B2-827B-B8CBF4F30D0E}"/>
              </a:ext>
            </a:extLst>
          </p:cNvPr>
          <p:cNvSpPr/>
          <p:nvPr/>
        </p:nvSpPr>
        <p:spPr>
          <a:xfrm>
            <a:off x="2496286" y="3510142"/>
            <a:ext cx="156581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spc="20" dirty="0">
                <a:solidFill>
                  <a:srgbClr val="2E56A8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Имя Фамилия</a:t>
            </a:r>
          </a:p>
          <a:p>
            <a:r>
              <a:rPr lang="ru-RU" sz="1200" spc="20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Роль в команде</a:t>
            </a:r>
            <a:endParaRPr lang="ru-RU" sz="1200" dirty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3E0750F-F1D8-4569-A63A-0C9350B15A22}"/>
              </a:ext>
            </a:extLst>
          </p:cNvPr>
          <p:cNvSpPr/>
          <p:nvPr/>
        </p:nvSpPr>
        <p:spPr>
          <a:xfrm>
            <a:off x="2496287" y="4086240"/>
            <a:ext cx="1829781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000" spc="20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Коротко об участнике: какие задачи решал, опыт участия в аналогичных проектах, вклад </a:t>
            </a:r>
            <a:endParaRPr lang="ru-RU" sz="1000" spc="20" dirty="0" smtClean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r>
              <a:rPr lang="ru-RU" sz="1000" spc="20" dirty="0" smtClean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в </a:t>
            </a:r>
            <a:r>
              <a:rPr lang="ru-RU" sz="1000" spc="20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решение кейса</a:t>
            </a:r>
            <a:endParaRPr lang="ru-RU" sz="1000" dirty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8640F9A6-7224-4731-B008-4838C9E2D4F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398" t="29701" r="39723" b="22700"/>
          <a:stretch/>
        </p:blipFill>
        <p:spPr>
          <a:xfrm>
            <a:off x="4706174" y="1697427"/>
            <a:ext cx="1728192" cy="1728192"/>
          </a:xfrm>
          <a:prstGeom prst="ellipse">
            <a:avLst/>
          </a:prstGeom>
        </p:spPr>
      </p:pic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B6BA645E-A61F-4C00-BB14-C9AE76BA30EA}"/>
              </a:ext>
            </a:extLst>
          </p:cNvPr>
          <p:cNvSpPr/>
          <p:nvPr/>
        </p:nvSpPr>
        <p:spPr>
          <a:xfrm>
            <a:off x="4648652" y="3510142"/>
            <a:ext cx="156581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spc="20" dirty="0">
                <a:solidFill>
                  <a:srgbClr val="2E56A8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Имя Фамилия</a:t>
            </a:r>
          </a:p>
          <a:p>
            <a:r>
              <a:rPr lang="ru-RU" sz="1200" spc="20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Роль в команде</a:t>
            </a:r>
            <a:endParaRPr lang="ru-RU" sz="1200" dirty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6ACEBE57-6B88-4E5A-A227-85286B52A1A6}"/>
              </a:ext>
            </a:extLst>
          </p:cNvPr>
          <p:cNvSpPr/>
          <p:nvPr/>
        </p:nvSpPr>
        <p:spPr>
          <a:xfrm>
            <a:off x="4648653" y="4086240"/>
            <a:ext cx="1829781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000" spc="20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Коротко об участнике: какие задачи решал, опыт участия в аналогичных проектах, вклад </a:t>
            </a:r>
            <a:endParaRPr lang="ru-RU" sz="1000" spc="20" dirty="0" smtClean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r>
              <a:rPr lang="ru-RU" sz="1000" spc="20" dirty="0" smtClean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в </a:t>
            </a:r>
            <a:r>
              <a:rPr lang="ru-RU" sz="1000" spc="20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решение кейса</a:t>
            </a:r>
            <a:endParaRPr lang="ru-RU" sz="1000" dirty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E06418EC-1279-46CD-A197-EB5EBBFE2CB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398" t="29701" r="39723" b="22700"/>
          <a:stretch/>
        </p:blipFill>
        <p:spPr>
          <a:xfrm>
            <a:off x="6858541" y="1697427"/>
            <a:ext cx="1728192" cy="1728192"/>
          </a:xfrm>
          <a:prstGeom prst="ellipse">
            <a:avLst/>
          </a:prstGeom>
        </p:spPr>
      </p:pic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99A16D46-996F-449D-899E-B81131297C11}"/>
              </a:ext>
            </a:extLst>
          </p:cNvPr>
          <p:cNvSpPr/>
          <p:nvPr/>
        </p:nvSpPr>
        <p:spPr>
          <a:xfrm>
            <a:off x="6801019" y="3510142"/>
            <a:ext cx="156581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spc="20" dirty="0">
                <a:solidFill>
                  <a:srgbClr val="2E56A8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Имя Фамилия</a:t>
            </a:r>
          </a:p>
          <a:p>
            <a:r>
              <a:rPr lang="ru-RU" sz="1200" spc="20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Роль в команде</a:t>
            </a:r>
            <a:endParaRPr lang="ru-RU" sz="1200" dirty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FA7A0BD3-9F1E-4714-A85F-CE15041055A4}"/>
              </a:ext>
            </a:extLst>
          </p:cNvPr>
          <p:cNvSpPr/>
          <p:nvPr/>
        </p:nvSpPr>
        <p:spPr>
          <a:xfrm>
            <a:off x="6801020" y="4086240"/>
            <a:ext cx="1829781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000" spc="20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Коротко об участнике: какие задачи решал, опыт участия в аналогичных проектах, вклад </a:t>
            </a:r>
            <a:endParaRPr lang="ru-RU" sz="1000" spc="20" dirty="0" smtClean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r>
              <a:rPr lang="ru-RU" sz="1000" spc="20" dirty="0" smtClean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в </a:t>
            </a:r>
            <a:r>
              <a:rPr lang="ru-RU" sz="1000" spc="20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решение кейса</a:t>
            </a:r>
            <a:endParaRPr lang="ru-RU" sz="1000" dirty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7" name="Заголовок 1">
            <a:extLst>
              <a:ext uri="{FF2B5EF4-FFF2-40B4-BE49-F238E27FC236}">
                <a16:creationId xmlns:a16="http://schemas.microsoft.com/office/drawing/2014/main" id="{29E7091B-A51F-1846-A595-0C72EAFF3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3920" y="205160"/>
            <a:ext cx="8229600" cy="711703"/>
          </a:xfrm>
        </p:spPr>
        <p:txBody>
          <a:bodyPr anchor="t"/>
          <a:lstStyle/>
          <a:p>
            <a:pPr algn="l" eaLnBrk="1" hangingPunct="1"/>
            <a:r>
              <a:rPr lang="ru-RU" altLang="ru-RU" sz="2400" b="1" dirty="0">
                <a:solidFill>
                  <a:srgbClr val="2E56A8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Команда</a:t>
            </a:r>
          </a:p>
        </p:txBody>
      </p:sp>
      <p:sp>
        <p:nvSpPr>
          <p:cNvPr id="19" name="Номер слайда 1"/>
          <p:cNvSpPr>
            <a:spLocks noGrp="1"/>
          </p:cNvSpPr>
          <p:nvPr>
            <p:ph type="sldNum" sz="quarter" idx="12"/>
          </p:nvPr>
        </p:nvSpPr>
        <p:spPr>
          <a:xfrm>
            <a:off x="8625296" y="4779963"/>
            <a:ext cx="333400" cy="273844"/>
          </a:xfrm>
        </p:spPr>
        <p:txBody>
          <a:bodyPr/>
          <a:lstStyle/>
          <a:p>
            <a:fld id="{1C0A57E3-EA23-4E01-B1DF-72CA8D4A16E5}" type="slidenum">
              <a:rPr lang="ru-RU" altLang="ru-RU" sz="1050" smtClean="0">
                <a:solidFill>
                  <a:schemeClr val="tx1"/>
                </a:solidFill>
                <a:latin typeface="Arial Narrow" panose="020B0606020202030204" pitchFamily="34" charset="0"/>
              </a:rPr>
              <a:pPr/>
              <a:t>2</a:t>
            </a:fld>
            <a:endParaRPr lang="ru-RU" altLang="ru-RU" sz="10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0698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>
          <a:xfrm>
            <a:off x="8625296" y="4779963"/>
            <a:ext cx="333400" cy="273844"/>
          </a:xfrm>
        </p:spPr>
        <p:txBody>
          <a:bodyPr/>
          <a:lstStyle/>
          <a:p>
            <a:fld id="{1C0A57E3-EA23-4E01-B1DF-72CA8D4A16E5}" type="slidenum">
              <a:rPr lang="ru-RU" altLang="ru-RU" sz="1050" smtClean="0">
                <a:solidFill>
                  <a:schemeClr val="tx1"/>
                </a:solidFill>
                <a:latin typeface="Arial Narrow" panose="020B0606020202030204" pitchFamily="34" charset="0"/>
              </a:rPr>
              <a:pPr/>
              <a:t>3</a:t>
            </a:fld>
            <a:endParaRPr lang="ru-RU" altLang="ru-RU" sz="10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D726EEF2-64B2-46AF-95BB-0D3003553016}"/>
              </a:ext>
            </a:extLst>
          </p:cNvPr>
          <p:cNvSpPr txBox="1">
            <a:spLocks/>
          </p:cNvSpPr>
          <p:nvPr/>
        </p:nvSpPr>
        <p:spPr bwMode="auto">
          <a:xfrm>
            <a:off x="319496" y="213364"/>
            <a:ext cx="4684552" cy="7117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l" eaLnBrk="1" hangingPunct="1"/>
            <a:r>
              <a:rPr lang="ru-RU" altLang="ru-RU" sz="2400" b="1" dirty="0" smtClean="0">
                <a:solidFill>
                  <a:srgbClr val="2E56A8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Анализ</a:t>
            </a:r>
            <a:endParaRPr lang="ru-RU" altLang="ru-RU" sz="2400" b="1" dirty="0">
              <a:solidFill>
                <a:srgbClr val="2E56A8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A762202A-C402-43A7-AB80-8DCCED36E359}"/>
              </a:ext>
            </a:extLst>
          </p:cNvPr>
          <p:cNvSpPr txBox="1">
            <a:spLocks/>
          </p:cNvSpPr>
          <p:nvPr/>
        </p:nvSpPr>
        <p:spPr bwMode="auto">
          <a:xfrm>
            <a:off x="323528" y="1686777"/>
            <a:ext cx="3435016" cy="18611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1" hangingPunct="1">
              <a:spcBef>
                <a:spcPts val="1200"/>
              </a:spcBef>
              <a:spcAft>
                <a:spcPts val="1200"/>
              </a:spcAft>
              <a:buClr>
                <a:srgbClr val="0166B3"/>
              </a:buClr>
              <a:buFont typeface="Arial" charset="0"/>
              <a:buNone/>
            </a:pPr>
            <a:r>
              <a:rPr lang="ru-RU" altLang="ru-RU" sz="2000" spc="20" dirty="0">
                <a:solidFill>
                  <a:srgbClr val="FF000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На данном слайде </a:t>
            </a:r>
            <a:r>
              <a:rPr lang="ru-RU" altLang="ru-RU" sz="2000" u="sng" spc="20" dirty="0">
                <a:solidFill>
                  <a:srgbClr val="FF000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рекомендуется </a:t>
            </a:r>
            <a:r>
              <a:rPr lang="ru-RU" altLang="ru-RU" sz="2000" spc="20" dirty="0">
                <a:solidFill>
                  <a:srgbClr val="FF000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презентовать:</a:t>
            </a:r>
          </a:p>
        </p:txBody>
      </p:sp>
      <p:sp>
        <p:nvSpPr>
          <p:cNvPr id="6" name="Rectangle 3"/>
          <p:cNvSpPr>
            <a:spLocks noChangeArrowheads="1"/>
          </p:cNvSpPr>
          <p:nvPr/>
        </p:nvSpPr>
        <p:spPr bwMode="auto">
          <a:xfrm>
            <a:off x="4211960" y="1635646"/>
            <a:ext cx="4586287" cy="2416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360">
                <a:solidFill>
                  <a:srgbClr val="3465A4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>
            <a:lvl1pPr marL="266700" indent="-266700">
              <a:lnSpc>
                <a:spcPct val="83000"/>
              </a:lnSpc>
              <a:spcBef>
                <a:spcPts val="1425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32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1pPr>
            <a:lvl2pPr>
              <a:lnSpc>
                <a:spcPct val="83000"/>
              </a:lnSpc>
              <a:spcBef>
                <a:spcPts val="113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4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2pPr>
            <a:lvl3pPr>
              <a:lnSpc>
                <a:spcPct val="83000"/>
              </a:lnSpc>
              <a:spcBef>
                <a:spcPts val="86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3pPr>
            <a:lvl4pPr>
              <a:lnSpc>
                <a:spcPct val="83000"/>
              </a:lnSpc>
              <a:spcBef>
                <a:spcPts val="575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4pPr>
            <a:lvl5pPr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5pPr>
            <a:lvl6pPr marL="25146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6pPr>
            <a:lvl7pPr marL="29718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7pPr>
            <a:lvl8pPr marL="34290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8pPr>
            <a:lvl9pPr marL="38862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ts val="1213"/>
              </a:spcBef>
              <a:spcAft>
                <a:spcPts val="1213"/>
              </a:spcAft>
              <a:buClr>
                <a:srgbClr val="0166B3"/>
              </a:buClr>
              <a:buFont typeface="Arial" panose="020B0604020202020204" pitchFamily="34" charset="0"/>
              <a:buChar char="•"/>
            </a:pPr>
            <a:r>
              <a:rPr lang="ru-RU" alt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Анализ исходных данных кейса: ключевые параметры, характеристики, особенности.</a:t>
            </a:r>
          </a:p>
          <a:p>
            <a:pPr eaLnBrk="1" hangingPunct="1">
              <a:lnSpc>
                <a:spcPct val="100000"/>
              </a:lnSpc>
              <a:spcBef>
                <a:spcPts val="1213"/>
              </a:spcBef>
              <a:spcAft>
                <a:spcPts val="1213"/>
              </a:spcAft>
              <a:buClr>
                <a:srgbClr val="0166B3"/>
              </a:buClr>
              <a:buFont typeface="Arial" panose="020B0604020202020204" pitchFamily="34" charset="0"/>
              <a:buChar char="•"/>
            </a:pPr>
            <a:r>
              <a:rPr lang="ru-RU" alt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Анализ информации, полученной командой при поиске во внешних источниках.</a:t>
            </a:r>
          </a:p>
          <a:p>
            <a:pPr eaLnBrk="1" hangingPunct="1">
              <a:lnSpc>
                <a:spcPct val="100000"/>
              </a:lnSpc>
              <a:spcBef>
                <a:spcPts val="1213"/>
              </a:spcBef>
              <a:spcAft>
                <a:spcPts val="1213"/>
              </a:spcAft>
              <a:buClrTx/>
              <a:buSzTx/>
              <a:buFontTx/>
              <a:buNone/>
            </a:pPr>
            <a:endParaRPr lang="ru-RU" altLang="ru-RU" sz="1800" dirty="0">
              <a:latin typeface="Arial Narrow" panose="020B0606020202030204" pitchFamily="34" charset="0"/>
            </a:endParaRPr>
          </a:p>
          <a:p>
            <a:pPr eaLnBrk="1" hangingPunct="1">
              <a:lnSpc>
                <a:spcPct val="100000"/>
              </a:lnSpc>
              <a:spcBef>
                <a:spcPts val="1213"/>
              </a:spcBef>
              <a:spcAft>
                <a:spcPts val="1213"/>
              </a:spcAft>
              <a:buClrTx/>
              <a:buSzTx/>
              <a:buFontTx/>
              <a:buNone/>
            </a:pPr>
            <a:endParaRPr lang="ru-RU" altLang="ru-RU" sz="1800" dirty="0"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0941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>
          <a:xfrm>
            <a:off x="8625296" y="4779963"/>
            <a:ext cx="333400" cy="273844"/>
          </a:xfrm>
        </p:spPr>
        <p:txBody>
          <a:bodyPr/>
          <a:lstStyle/>
          <a:p>
            <a:fld id="{1C0A57E3-EA23-4E01-B1DF-72CA8D4A16E5}" type="slidenum">
              <a:rPr lang="ru-RU" altLang="ru-RU" sz="1050" smtClean="0">
                <a:solidFill>
                  <a:schemeClr val="tx1"/>
                </a:solidFill>
                <a:latin typeface="Arial Narrow" panose="020B0606020202030204" pitchFamily="34" charset="0"/>
              </a:rPr>
              <a:pPr/>
              <a:t>4</a:t>
            </a:fld>
            <a:endParaRPr lang="ru-RU" altLang="ru-RU" sz="10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B960EA7-9CE6-44D5-ADF9-577FCF631BAF}"/>
              </a:ext>
            </a:extLst>
          </p:cNvPr>
          <p:cNvSpPr txBox="1">
            <a:spLocks/>
          </p:cNvSpPr>
          <p:nvPr/>
        </p:nvSpPr>
        <p:spPr bwMode="auto">
          <a:xfrm>
            <a:off x="319496" y="213364"/>
            <a:ext cx="4396520" cy="7117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l" eaLnBrk="1" hangingPunct="1"/>
            <a:r>
              <a:rPr lang="ru-RU" altLang="ru-RU" sz="2400" b="1" dirty="0" err="1" smtClean="0">
                <a:solidFill>
                  <a:srgbClr val="2E56A8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Аализ</a:t>
            </a:r>
            <a:endParaRPr lang="ru-RU" altLang="ru-RU" sz="2400" b="1" dirty="0">
              <a:solidFill>
                <a:srgbClr val="2E56A8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8" name="Объект 2">
            <a:extLst>
              <a:ext uri="{FF2B5EF4-FFF2-40B4-BE49-F238E27FC236}">
                <a16:creationId xmlns:a16="http://schemas.microsoft.com/office/drawing/2014/main" id="{A762202A-C402-43A7-AB80-8DCCED36E359}"/>
              </a:ext>
            </a:extLst>
          </p:cNvPr>
          <p:cNvSpPr txBox="1">
            <a:spLocks/>
          </p:cNvSpPr>
          <p:nvPr/>
        </p:nvSpPr>
        <p:spPr bwMode="auto">
          <a:xfrm>
            <a:off x="323528" y="1686777"/>
            <a:ext cx="3435016" cy="18611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1" hangingPunct="1">
              <a:spcBef>
                <a:spcPts val="1200"/>
              </a:spcBef>
              <a:spcAft>
                <a:spcPts val="1200"/>
              </a:spcAft>
              <a:buClr>
                <a:srgbClr val="0166B3"/>
              </a:buClr>
              <a:buFont typeface="Arial" charset="0"/>
              <a:buNone/>
            </a:pPr>
            <a:r>
              <a:rPr lang="ru-RU" altLang="ru-RU" sz="2000" spc="20" dirty="0">
                <a:solidFill>
                  <a:srgbClr val="FF000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На данном слайде </a:t>
            </a:r>
            <a:r>
              <a:rPr lang="ru-RU" altLang="ru-RU" sz="2000" u="sng" spc="20" dirty="0">
                <a:solidFill>
                  <a:srgbClr val="FF000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рекомендуется </a:t>
            </a:r>
            <a:r>
              <a:rPr lang="ru-RU" altLang="ru-RU" sz="2000" spc="20" dirty="0">
                <a:solidFill>
                  <a:srgbClr val="FF000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презентовать:</a:t>
            </a:r>
          </a:p>
        </p:txBody>
      </p:sp>
      <p:sp>
        <p:nvSpPr>
          <p:cNvPr id="6" name="Rectangle 2"/>
          <p:cNvSpPr>
            <a:spLocks noChangeArrowheads="1"/>
          </p:cNvSpPr>
          <p:nvPr/>
        </p:nvSpPr>
        <p:spPr bwMode="auto">
          <a:xfrm>
            <a:off x="4211960" y="1707654"/>
            <a:ext cx="4586288" cy="2416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360">
                <a:solidFill>
                  <a:srgbClr val="3465A4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>
            <a:lvl1pPr marL="266700" indent="-266700">
              <a:lnSpc>
                <a:spcPct val="83000"/>
              </a:lnSpc>
              <a:spcBef>
                <a:spcPts val="1425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32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1pPr>
            <a:lvl2pPr>
              <a:lnSpc>
                <a:spcPct val="83000"/>
              </a:lnSpc>
              <a:spcBef>
                <a:spcPts val="113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4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2pPr>
            <a:lvl3pPr>
              <a:lnSpc>
                <a:spcPct val="83000"/>
              </a:lnSpc>
              <a:spcBef>
                <a:spcPts val="86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3pPr>
            <a:lvl4pPr>
              <a:lnSpc>
                <a:spcPct val="83000"/>
              </a:lnSpc>
              <a:spcBef>
                <a:spcPts val="575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4pPr>
            <a:lvl5pPr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5pPr>
            <a:lvl6pPr marL="25146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6pPr>
            <a:lvl7pPr marL="29718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7pPr>
            <a:lvl8pPr marL="34290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8pPr>
            <a:lvl9pPr marL="38862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ts val="1213"/>
              </a:spcBef>
              <a:spcAft>
                <a:spcPts val="1213"/>
              </a:spcAft>
              <a:buClr>
                <a:srgbClr val="0166B3"/>
              </a:buClr>
              <a:buFont typeface="Arial" panose="020B0604020202020204" pitchFamily="34" charset="0"/>
              <a:buChar char="•"/>
            </a:pPr>
            <a:r>
              <a:rPr lang="ru-RU" alt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Анализ факторов, влияющих </a:t>
            </a:r>
            <a:r>
              <a:rPr lang="ru-RU" altLang="ru-RU" sz="1800" dirty="0" smtClean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ru-RU" altLang="ru-RU" sz="1800" dirty="0" smtClean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altLang="ru-RU" sz="1800" dirty="0" smtClean="0">
                <a:latin typeface="Arial" panose="020B0604020202020204" pitchFamily="34" charset="0"/>
                <a:cs typeface="Arial" panose="020B0604020202020204" pitchFamily="34" charset="0"/>
              </a:rPr>
              <a:t>на </a:t>
            </a:r>
            <a:r>
              <a:rPr lang="ru-RU" alt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выбор потенциального решения.</a:t>
            </a:r>
          </a:p>
        </p:txBody>
      </p:sp>
    </p:spTree>
    <p:extLst>
      <p:ext uri="{BB962C8B-B14F-4D97-AF65-F5344CB8AC3E}">
        <p14:creationId xmlns:p14="http://schemas.microsoft.com/office/powerpoint/2010/main" val="1507540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>
          <a:xfrm>
            <a:off x="8625296" y="4779963"/>
            <a:ext cx="333400" cy="273844"/>
          </a:xfrm>
        </p:spPr>
        <p:txBody>
          <a:bodyPr/>
          <a:lstStyle/>
          <a:p>
            <a:fld id="{1C0A57E3-EA23-4E01-B1DF-72CA8D4A16E5}" type="slidenum">
              <a:rPr lang="ru-RU" altLang="ru-RU" sz="1050" smtClean="0">
                <a:solidFill>
                  <a:schemeClr val="tx1"/>
                </a:solidFill>
                <a:latin typeface="Arial Narrow" panose="020B0606020202030204" pitchFamily="34" charset="0"/>
              </a:rPr>
              <a:pPr/>
              <a:t>5</a:t>
            </a:fld>
            <a:endParaRPr lang="ru-RU" altLang="ru-RU" sz="10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5D7EF075-7746-4D96-B950-E419F7C73056}"/>
              </a:ext>
            </a:extLst>
          </p:cNvPr>
          <p:cNvSpPr txBox="1">
            <a:spLocks/>
          </p:cNvSpPr>
          <p:nvPr/>
        </p:nvSpPr>
        <p:spPr bwMode="auto">
          <a:xfrm>
            <a:off x="319496" y="213364"/>
            <a:ext cx="5188608" cy="7117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l" eaLnBrk="1" hangingPunct="1"/>
            <a:r>
              <a:rPr lang="ru-RU" altLang="ru-RU" sz="2400" b="1" dirty="0" smtClean="0">
                <a:solidFill>
                  <a:srgbClr val="2E56A8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Решение</a:t>
            </a:r>
            <a:endParaRPr lang="ru-RU" altLang="ru-RU" sz="2400" b="1" dirty="0">
              <a:solidFill>
                <a:srgbClr val="2E56A8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8" name="Объект 2">
            <a:extLst>
              <a:ext uri="{FF2B5EF4-FFF2-40B4-BE49-F238E27FC236}">
                <a16:creationId xmlns:a16="http://schemas.microsoft.com/office/drawing/2014/main" id="{A762202A-C402-43A7-AB80-8DCCED36E359}"/>
              </a:ext>
            </a:extLst>
          </p:cNvPr>
          <p:cNvSpPr txBox="1">
            <a:spLocks/>
          </p:cNvSpPr>
          <p:nvPr/>
        </p:nvSpPr>
        <p:spPr bwMode="auto">
          <a:xfrm>
            <a:off x="323528" y="1686777"/>
            <a:ext cx="3435016" cy="18611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1" hangingPunct="1">
              <a:spcBef>
                <a:spcPts val="1200"/>
              </a:spcBef>
              <a:spcAft>
                <a:spcPts val="1200"/>
              </a:spcAft>
              <a:buClr>
                <a:srgbClr val="0166B3"/>
              </a:buClr>
              <a:buFont typeface="Arial" charset="0"/>
              <a:buNone/>
            </a:pPr>
            <a:r>
              <a:rPr lang="ru-RU" altLang="ru-RU" sz="2000" spc="20" dirty="0">
                <a:solidFill>
                  <a:srgbClr val="FF000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На данном слайде </a:t>
            </a:r>
            <a:r>
              <a:rPr lang="ru-RU" altLang="ru-RU" sz="2000" u="sng" spc="20" dirty="0">
                <a:solidFill>
                  <a:srgbClr val="FF000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рекомендуется </a:t>
            </a:r>
            <a:r>
              <a:rPr lang="ru-RU" altLang="ru-RU" sz="2000" spc="20" dirty="0">
                <a:solidFill>
                  <a:srgbClr val="FF000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презентовать:</a:t>
            </a:r>
          </a:p>
        </p:txBody>
      </p:sp>
      <p:sp>
        <p:nvSpPr>
          <p:cNvPr id="6" name="Rectangle 2"/>
          <p:cNvSpPr>
            <a:spLocks noChangeArrowheads="1"/>
          </p:cNvSpPr>
          <p:nvPr/>
        </p:nvSpPr>
        <p:spPr bwMode="auto">
          <a:xfrm>
            <a:off x="4211960" y="1707654"/>
            <a:ext cx="4586287" cy="1593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360">
                <a:solidFill>
                  <a:srgbClr val="3465A4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>
            <a:lvl1pPr marL="285750" indent="-285750">
              <a:lnSpc>
                <a:spcPct val="83000"/>
              </a:lnSpc>
              <a:spcBef>
                <a:spcPts val="1425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32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1pPr>
            <a:lvl2pPr>
              <a:lnSpc>
                <a:spcPct val="83000"/>
              </a:lnSpc>
              <a:spcBef>
                <a:spcPts val="113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4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2pPr>
            <a:lvl3pPr>
              <a:lnSpc>
                <a:spcPct val="83000"/>
              </a:lnSpc>
              <a:spcBef>
                <a:spcPts val="86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3pPr>
            <a:lvl4pPr>
              <a:lnSpc>
                <a:spcPct val="83000"/>
              </a:lnSpc>
              <a:spcBef>
                <a:spcPts val="575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4pPr>
            <a:lvl5pPr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5pPr>
            <a:lvl6pPr marL="25146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6pPr>
            <a:lvl7pPr marL="29718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7pPr>
            <a:lvl8pPr marL="34290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8pPr>
            <a:lvl9pPr marL="38862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9pPr>
          </a:lstStyle>
          <a:p>
            <a:pPr eaLnBrk="1">
              <a:lnSpc>
                <a:spcPct val="100000"/>
              </a:lnSpc>
              <a:spcBef>
                <a:spcPts val="375"/>
              </a:spcBef>
              <a:buClr>
                <a:srgbClr val="0166B3"/>
              </a:buClr>
              <a:buFont typeface="Arial" panose="020B0604020202020204" pitchFamily="34" charset="0"/>
              <a:buChar char="•"/>
            </a:pPr>
            <a:r>
              <a:rPr lang="ru-RU" alt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Предложения в проект </a:t>
            </a:r>
            <a:r>
              <a:rPr lang="ru-RU" altLang="ru-RU" sz="1800" dirty="0" smtClean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ru-RU" altLang="ru-RU" sz="1800" dirty="0" smtClean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altLang="ru-RU" sz="1800" dirty="0" smtClean="0">
                <a:latin typeface="Arial" panose="020B0604020202020204" pitchFamily="34" charset="0"/>
                <a:cs typeface="Arial" panose="020B0604020202020204" pitchFamily="34" charset="0"/>
              </a:rPr>
              <a:t>по </a:t>
            </a:r>
            <a:r>
              <a:rPr lang="ru-RU" alt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внедрению/использованию новой технологии.</a:t>
            </a:r>
          </a:p>
        </p:txBody>
      </p:sp>
    </p:spTree>
    <p:extLst>
      <p:ext uri="{BB962C8B-B14F-4D97-AF65-F5344CB8AC3E}">
        <p14:creationId xmlns:p14="http://schemas.microsoft.com/office/powerpoint/2010/main" val="37940405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>
          <a:xfrm>
            <a:off x="8625296" y="4779963"/>
            <a:ext cx="333400" cy="273844"/>
          </a:xfrm>
        </p:spPr>
        <p:txBody>
          <a:bodyPr/>
          <a:lstStyle/>
          <a:p>
            <a:fld id="{1C0A57E3-EA23-4E01-B1DF-72CA8D4A16E5}" type="slidenum">
              <a:rPr lang="ru-RU" altLang="ru-RU" sz="1050" smtClean="0">
                <a:solidFill>
                  <a:schemeClr val="tx1"/>
                </a:solidFill>
                <a:latin typeface="Arial Narrow" panose="020B0606020202030204" pitchFamily="34" charset="0"/>
              </a:rPr>
              <a:pPr/>
              <a:t>6</a:t>
            </a:fld>
            <a:endParaRPr lang="ru-RU" altLang="ru-RU" sz="10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0A893593-6098-404A-866B-615811D09FFF}"/>
              </a:ext>
            </a:extLst>
          </p:cNvPr>
          <p:cNvSpPr txBox="1">
            <a:spLocks/>
          </p:cNvSpPr>
          <p:nvPr/>
        </p:nvSpPr>
        <p:spPr bwMode="auto">
          <a:xfrm>
            <a:off x="319496" y="213364"/>
            <a:ext cx="5980696" cy="7117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l" eaLnBrk="1" hangingPunct="1"/>
            <a:r>
              <a:rPr lang="ru-RU" altLang="ru-RU" sz="2400" b="1" dirty="0" smtClean="0">
                <a:solidFill>
                  <a:srgbClr val="2E56A8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Решение</a:t>
            </a:r>
            <a:endParaRPr lang="ru-RU" altLang="ru-RU" sz="2400" b="1" dirty="0">
              <a:solidFill>
                <a:srgbClr val="2E56A8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8" name="Объект 2">
            <a:extLst>
              <a:ext uri="{FF2B5EF4-FFF2-40B4-BE49-F238E27FC236}">
                <a16:creationId xmlns:a16="http://schemas.microsoft.com/office/drawing/2014/main" id="{A762202A-C402-43A7-AB80-8DCCED36E359}"/>
              </a:ext>
            </a:extLst>
          </p:cNvPr>
          <p:cNvSpPr txBox="1">
            <a:spLocks/>
          </p:cNvSpPr>
          <p:nvPr/>
        </p:nvSpPr>
        <p:spPr bwMode="auto">
          <a:xfrm>
            <a:off x="323528" y="1686777"/>
            <a:ext cx="3435016" cy="18611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1" hangingPunct="1">
              <a:spcBef>
                <a:spcPts val="1200"/>
              </a:spcBef>
              <a:spcAft>
                <a:spcPts val="1200"/>
              </a:spcAft>
              <a:buClr>
                <a:srgbClr val="0166B3"/>
              </a:buClr>
              <a:buFont typeface="Arial" charset="0"/>
              <a:buNone/>
            </a:pPr>
            <a:r>
              <a:rPr lang="ru-RU" altLang="ru-RU" sz="2000" spc="20" dirty="0">
                <a:solidFill>
                  <a:srgbClr val="FF000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На данном слайде </a:t>
            </a:r>
            <a:r>
              <a:rPr lang="ru-RU" altLang="ru-RU" sz="2000" u="sng" spc="20" dirty="0">
                <a:solidFill>
                  <a:srgbClr val="FF000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рекомендуется </a:t>
            </a:r>
            <a:r>
              <a:rPr lang="ru-RU" altLang="ru-RU" sz="2000" spc="20" dirty="0">
                <a:solidFill>
                  <a:srgbClr val="FF000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презентовать:</a:t>
            </a:r>
          </a:p>
        </p:txBody>
      </p:sp>
      <p:sp>
        <p:nvSpPr>
          <p:cNvPr id="6" name="Rectangle 2"/>
          <p:cNvSpPr>
            <a:spLocks noChangeArrowheads="1"/>
          </p:cNvSpPr>
          <p:nvPr/>
        </p:nvSpPr>
        <p:spPr bwMode="auto">
          <a:xfrm>
            <a:off x="4211960" y="1841996"/>
            <a:ext cx="4586287" cy="1593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360">
                <a:solidFill>
                  <a:srgbClr val="3465A4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>
            <a:lvl1pPr marL="285750" indent="-285750">
              <a:lnSpc>
                <a:spcPct val="83000"/>
              </a:lnSpc>
              <a:spcBef>
                <a:spcPts val="1425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32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1pPr>
            <a:lvl2pPr>
              <a:lnSpc>
                <a:spcPct val="83000"/>
              </a:lnSpc>
              <a:spcBef>
                <a:spcPts val="113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4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2pPr>
            <a:lvl3pPr>
              <a:lnSpc>
                <a:spcPct val="83000"/>
              </a:lnSpc>
              <a:spcBef>
                <a:spcPts val="86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3pPr>
            <a:lvl4pPr>
              <a:lnSpc>
                <a:spcPct val="83000"/>
              </a:lnSpc>
              <a:spcBef>
                <a:spcPts val="575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4pPr>
            <a:lvl5pPr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5pPr>
            <a:lvl6pPr marL="25146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6pPr>
            <a:lvl7pPr marL="29718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7pPr>
            <a:lvl8pPr marL="34290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8pPr>
            <a:lvl9pPr marL="38862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9pPr>
          </a:lstStyle>
          <a:p>
            <a:pPr eaLnBrk="1">
              <a:lnSpc>
                <a:spcPct val="100000"/>
              </a:lnSpc>
              <a:spcBef>
                <a:spcPts val="375"/>
              </a:spcBef>
              <a:buClr>
                <a:srgbClr val="0166B3"/>
              </a:buClr>
              <a:buFont typeface="Arial" panose="020B0604020202020204" pitchFamily="34" charset="0"/>
              <a:buChar char="•"/>
            </a:pPr>
            <a:r>
              <a:rPr lang="ru-RU" altLang="ru-RU" sz="1800" dirty="0">
                <a:latin typeface="Arial" panose="020B0604020202020204" pitchFamily="34" charset="0"/>
                <a:cs typeface="Arial" panose="020B0604020202020204" pitchFamily="34" charset="0"/>
              </a:rPr>
              <a:t>Сравнение вариантов решений задания, которые были рассмотрены командой.</a:t>
            </a:r>
          </a:p>
          <a:p>
            <a:pPr eaLnBrk="1">
              <a:lnSpc>
                <a:spcPct val="100000"/>
              </a:lnSpc>
              <a:spcBef>
                <a:spcPts val="375"/>
              </a:spcBef>
              <a:buClrTx/>
              <a:buSzTx/>
              <a:buFontTx/>
              <a:buNone/>
            </a:pPr>
            <a:endParaRPr lang="ru-RU" altLang="ru-RU" sz="1800" dirty="0"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58492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>
          <a:xfrm>
            <a:off x="8625296" y="4779963"/>
            <a:ext cx="333400" cy="273844"/>
          </a:xfrm>
        </p:spPr>
        <p:txBody>
          <a:bodyPr/>
          <a:lstStyle/>
          <a:p>
            <a:fld id="{1C0A57E3-EA23-4E01-B1DF-72CA8D4A16E5}" type="slidenum">
              <a:rPr lang="ru-RU" altLang="ru-RU" sz="1050" smtClean="0">
                <a:solidFill>
                  <a:schemeClr val="tx1"/>
                </a:solidFill>
                <a:latin typeface="Arial Narrow" panose="020B0606020202030204" pitchFamily="34" charset="0"/>
              </a:rPr>
              <a:pPr/>
              <a:t>7</a:t>
            </a:fld>
            <a:endParaRPr lang="ru-RU" altLang="ru-RU" sz="10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927455C7-6060-4DC3-8085-71D2533F4BDA}"/>
              </a:ext>
            </a:extLst>
          </p:cNvPr>
          <p:cNvSpPr txBox="1">
            <a:spLocks/>
          </p:cNvSpPr>
          <p:nvPr/>
        </p:nvSpPr>
        <p:spPr bwMode="auto">
          <a:xfrm>
            <a:off x="319496" y="213364"/>
            <a:ext cx="4900576" cy="7117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l" eaLnBrk="1" hangingPunct="1"/>
            <a:r>
              <a:rPr lang="ru-RU" altLang="ru-RU" sz="2400" b="1" dirty="0" smtClean="0">
                <a:solidFill>
                  <a:srgbClr val="2E56A8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Решение</a:t>
            </a:r>
            <a:endParaRPr lang="ru-RU" altLang="ru-RU" sz="2400" b="1" dirty="0">
              <a:solidFill>
                <a:srgbClr val="2E56A8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8" name="Объект 2">
            <a:extLst>
              <a:ext uri="{FF2B5EF4-FFF2-40B4-BE49-F238E27FC236}">
                <a16:creationId xmlns:a16="http://schemas.microsoft.com/office/drawing/2014/main" id="{A762202A-C402-43A7-AB80-8DCCED36E359}"/>
              </a:ext>
            </a:extLst>
          </p:cNvPr>
          <p:cNvSpPr txBox="1">
            <a:spLocks/>
          </p:cNvSpPr>
          <p:nvPr/>
        </p:nvSpPr>
        <p:spPr bwMode="auto">
          <a:xfrm>
            <a:off x="323528" y="1686777"/>
            <a:ext cx="3435016" cy="18611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1" hangingPunct="1">
              <a:spcBef>
                <a:spcPts val="1200"/>
              </a:spcBef>
              <a:spcAft>
                <a:spcPts val="1200"/>
              </a:spcAft>
              <a:buClr>
                <a:srgbClr val="0166B3"/>
              </a:buClr>
              <a:buFont typeface="Arial" charset="0"/>
              <a:buNone/>
            </a:pPr>
            <a:r>
              <a:rPr lang="ru-RU" altLang="ru-RU" sz="2000" spc="20" dirty="0">
                <a:solidFill>
                  <a:srgbClr val="FF000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На данном слайде </a:t>
            </a:r>
            <a:r>
              <a:rPr lang="ru-RU" altLang="ru-RU" sz="2000" u="sng" spc="20" dirty="0">
                <a:solidFill>
                  <a:srgbClr val="FF000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рекомендуется </a:t>
            </a:r>
            <a:r>
              <a:rPr lang="ru-RU" altLang="ru-RU" sz="2000" spc="20" dirty="0">
                <a:solidFill>
                  <a:srgbClr val="FF000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презентовать:</a:t>
            </a:r>
          </a:p>
        </p:txBody>
      </p:sp>
      <p:sp>
        <p:nvSpPr>
          <p:cNvPr id="6" name="Rectangle 2"/>
          <p:cNvSpPr>
            <a:spLocks noChangeArrowheads="1"/>
          </p:cNvSpPr>
          <p:nvPr/>
        </p:nvSpPr>
        <p:spPr bwMode="auto">
          <a:xfrm>
            <a:off x="4162177" y="1707654"/>
            <a:ext cx="4586287" cy="1593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360">
                <a:solidFill>
                  <a:srgbClr val="3465A4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>
            <a:lvl1pPr marL="285750" indent="-285750">
              <a:lnSpc>
                <a:spcPct val="83000"/>
              </a:lnSpc>
              <a:spcBef>
                <a:spcPts val="1425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32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1pPr>
            <a:lvl2pPr>
              <a:lnSpc>
                <a:spcPct val="83000"/>
              </a:lnSpc>
              <a:spcBef>
                <a:spcPts val="113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4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2pPr>
            <a:lvl3pPr>
              <a:lnSpc>
                <a:spcPct val="83000"/>
              </a:lnSpc>
              <a:spcBef>
                <a:spcPts val="86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3pPr>
            <a:lvl4pPr>
              <a:lnSpc>
                <a:spcPct val="83000"/>
              </a:lnSpc>
              <a:spcBef>
                <a:spcPts val="575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4pPr>
            <a:lvl5pPr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5pPr>
            <a:lvl6pPr marL="25146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6pPr>
            <a:lvl7pPr marL="29718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7pPr>
            <a:lvl8pPr marL="34290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8pPr>
            <a:lvl9pPr marL="38862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9pPr>
          </a:lstStyle>
          <a:p>
            <a:pPr eaLnBrk="1">
              <a:lnSpc>
                <a:spcPct val="100000"/>
              </a:lnSpc>
              <a:spcBef>
                <a:spcPts val="375"/>
              </a:spcBef>
              <a:buClr>
                <a:srgbClr val="0166B3"/>
              </a:buClr>
              <a:buFont typeface="Arial" panose="020B0604020202020204" pitchFamily="34" charset="0"/>
              <a:buChar char="•"/>
            </a:pPr>
            <a:r>
              <a:rPr lang="ru-RU" alt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Критерии отбора лучшего решения.</a:t>
            </a:r>
          </a:p>
        </p:txBody>
      </p:sp>
    </p:spTree>
    <p:extLst>
      <p:ext uri="{BB962C8B-B14F-4D97-AF65-F5344CB8AC3E}">
        <p14:creationId xmlns:p14="http://schemas.microsoft.com/office/powerpoint/2010/main" val="35089752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>
          <a:xfrm>
            <a:off x="8625296" y="4779963"/>
            <a:ext cx="333400" cy="273844"/>
          </a:xfrm>
        </p:spPr>
        <p:txBody>
          <a:bodyPr/>
          <a:lstStyle/>
          <a:p>
            <a:fld id="{1C0A57E3-EA23-4E01-B1DF-72CA8D4A16E5}" type="slidenum">
              <a:rPr lang="ru-RU" altLang="ru-RU" sz="1050" smtClean="0">
                <a:solidFill>
                  <a:schemeClr val="tx1"/>
                </a:solidFill>
                <a:latin typeface="Arial Narrow" panose="020B0606020202030204" pitchFamily="34" charset="0"/>
              </a:rPr>
              <a:pPr/>
              <a:t>8</a:t>
            </a:fld>
            <a:endParaRPr lang="ru-RU" altLang="ru-RU" sz="10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8" name="Объект 2">
            <a:extLst>
              <a:ext uri="{FF2B5EF4-FFF2-40B4-BE49-F238E27FC236}">
                <a16:creationId xmlns:a16="http://schemas.microsoft.com/office/drawing/2014/main" id="{A762202A-C402-43A7-AB80-8DCCED36E359}"/>
              </a:ext>
            </a:extLst>
          </p:cNvPr>
          <p:cNvSpPr txBox="1">
            <a:spLocks/>
          </p:cNvSpPr>
          <p:nvPr/>
        </p:nvSpPr>
        <p:spPr bwMode="auto">
          <a:xfrm>
            <a:off x="323528" y="1686777"/>
            <a:ext cx="3435016" cy="18611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1" hangingPunct="1">
              <a:spcBef>
                <a:spcPts val="1200"/>
              </a:spcBef>
              <a:spcAft>
                <a:spcPts val="1200"/>
              </a:spcAft>
              <a:buClr>
                <a:srgbClr val="0166B3"/>
              </a:buClr>
              <a:buFont typeface="Arial" charset="0"/>
              <a:buNone/>
            </a:pPr>
            <a:r>
              <a:rPr lang="ru-RU" altLang="ru-RU" sz="2000" spc="20" dirty="0">
                <a:solidFill>
                  <a:srgbClr val="FF000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На данном слайде </a:t>
            </a:r>
            <a:r>
              <a:rPr lang="ru-RU" altLang="ru-RU" sz="2000" u="sng" spc="20" dirty="0">
                <a:solidFill>
                  <a:srgbClr val="FF000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рекомендуется </a:t>
            </a:r>
            <a:r>
              <a:rPr lang="ru-RU" altLang="ru-RU" sz="2000" spc="20" dirty="0">
                <a:solidFill>
                  <a:srgbClr val="FF000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презентовать:</a:t>
            </a:r>
          </a:p>
        </p:txBody>
      </p:sp>
      <p:sp>
        <p:nvSpPr>
          <p:cNvPr id="10" name="Заголовок 1">
            <a:extLst>
              <a:ext uri="{FF2B5EF4-FFF2-40B4-BE49-F238E27FC236}">
                <a16:creationId xmlns:a16="http://schemas.microsoft.com/office/drawing/2014/main" id="{927455C7-6060-4DC3-8085-71D2533F4BDA}"/>
              </a:ext>
            </a:extLst>
          </p:cNvPr>
          <p:cNvSpPr txBox="1">
            <a:spLocks/>
          </p:cNvSpPr>
          <p:nvPr/>
        </p:nvSpPr>
        <p:spPr bwMode="auto">
          <a:xfrm>
            <a:off x="319496" y="213364"/>
            <a:ext cx="4900576" cy="7117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l" eaLnBrk="1" hangingPunct="1"/>
            <a:r>
              <a:rPr lang="ru-RU" altLang="ru-RU" sz="2400" b="1" dirty="0" smtClean="0">
                <a:solidFill>
                  <a:srgbClr val="2E56A8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Решение</a:t>
            </a:r>
            <a:endParaRPr lang="ru-RU" altLang="ru-RU" sz="2400" b="1" dirty="0">
              <a:solidFill>
                <a:srgbClr val="2E56A8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1" name="Rectangle 2"/>
          <p:cNvSpPr>
            <a:spLocks noChangeArrowheads="1"/>
          </p:cNvSpPr>
          <p:nvPr/>
        </p:nvSpPr>
        <p:spPr bwMode="auto">
          <a:xfrm>
            <a:off x="4211960" y="1707654"/>
            <a:ext cx="4601022" cy="1593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360">
                <a:solidFill>
                  <a:srgbClr val="3465A4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>
            <a:lvl1pPr marL="285750" indent="-285750">
              <a:lnSpc>
                <a:spcPct val="83000"/>
              </a:lnSpc>
              <a:spcBef>
                <a:spcPts val="1425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32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1pPr>
            <a:lvl2pPr>
              <a:lnSpc>
                <a:spcPct val="83000"/>
              </a:lnSpc>
              <a:spcBef>
                <a:spcPts val="113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4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2pPr>
            <a:lvl3pPr>
              <a:lnSpc>
                <a:spcPct val="83000"/>
              </a:lnSpc>
              <a:spcBef>
                <a:spcPts val="86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3pPr>
            <a:lvl4pPr>
              <a:lnSpc>
                <a:spcPct val="83000"/>
              </a:lnSpc>
              <a:spcBef>
                <a:spcPts val="575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4pPr>
            <a:lvl5pPr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5pPr>
            <a:lvl6pPr marL="25146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6pPr>
            <a:lvl7pPr marL="29718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7pPr>
            <a:lvl8pPr marL="34290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8pPr>
            <a:lvl9pPr marL="38862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9pPr>
          </a:lstStyle>
          <a:p>
            <a:pPr eaLnBrk="1">
              <a:lnSpc>
                <a:spcPct val="100000"/>
              </a:lnSpc>
              <a:spcBef>
                <a:spcPts val="375"/>
              </a:spcBef>
              <a:buClr>
                <a:srgbClr val="0166B3"/>
              </a:buClr>
              <a:buFont typeface="Arial" panose="020B0604020202020204" pitchFamily="34" charset="0"/>
              <a:buChar char="•"/>
            </a:pPr>
            <a:r>
              <a:rPr lang="ru-RU" alt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Обоснование, расчёты, характеристики </a:t>
            </a:r>
            <a:r>
              <a:rPr lang="ru-RU" altLang="ru-RU" sz="1800" dirty="0" smtClean="0">
                <a:latin typeface="Arial" panose="020B0604020202020204" pitchFamily="34" charset="0"/>
                <a:cs typeface="Arial" panose="020B0604020202020204" pitchFamily="34" charset="0"/>
              </a:rPr>
              <a:t>и </a:t>
            </a:r>
            <a:r>
              <a:rPr lang="ru-RU" alt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показатели предлагаемого варианта.</a:t>
            </a:r>
          </a:p>
          <a:p>
            <a:pPr eaLnBrk="1">
              <a:lnSpc>
                <a:spcPct val="100000"/>
              </a:lnSpc>
              <a:spcBef>
                <a:spcPts val="375"/>
              </a:spcBef>
              <a:buClrTx/>
              <a:buSzTx/>
              <a:buFontTx/>
              <a:buNone/>
            </a:pPr>
            <a:endParaRPr lang="ru-RU" altLang="ru-RU" sz="1800" dirty="0"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12475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>
          <a:xfrm>
            <a:off x="8625296" y="4779963"/>
            <a:ext cx="333400" cy="273844"/>
          </a:xfrm>
        </p:spPr>
        <p:txBody>
          <a:bodyPr/>
          <a:lstStyle/>
          <a:p>
            <a:fld id="{1C0A57E3-EA23-4E01-B1DF-72CA8D4A16E5}" type="slidenum">
              <a:rPr lang="ru-RU" altLang="ru-RU" sz="1050" smtClean="0">
                <a:solidFill>
                  <a:schemeClr val="tx1"/>
                </a:solidFill>
                <a:latin typeface="Arial Narrow" panose="020B0606020202030204" pitchFamily="34" charset="0"/>
              </a:rPr>
              <a:pPr/>
              <a:t>9</a:t>
            </a:fld>
            <a:endParaRPr lang="ru-RU" altLang="ru-RU" sz="10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A845A5C-03E6-4CC9-B9D5-4AC4CC103DFA}"/>
              </a:ext>
            </a:extLst>
          </p:cNvPr>
          <p:cNvSpPr txBox="1">
            <a:spLocks/>
          </p:cNvSpPr>
          <p:nvPr/>
        </p:nvSpPr>
        <p:spPr bwMode="auto">
          <a:xfrm>
            <a:off x="319496" y="213364"/>
            <a:ext cx="6340736" cy="7117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l" eaLnBrk="1" hangingPunct="1"/>
            <a:r>
              <a:rPr lang="ru-RU" altLang="ru-RU" sz="2400" b="1" dirty="0">
                <a:solidFill>
                  <a:srgbClr val="2E56A8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Итоги и результаты внедрения</a:t>
            </a:r>
          </a:p>
        </p:txBody>
      </p:sp>
      <p:sp>
        <p:nvSpPr>
          <p:cNvPr id="8" name="Объект 2">
            <a:extLst>
              <a:ext uri="{FF2B5EF4-FFF2-40B4-BE49-F238E27FC236}">
                <a16:creationId xmlns:a16="http://schemas.microsoft.com/office/drawing/2014/main" id="{A762202A-C402-43A7-AB80-8DCCED36E359}"/>
              </a:ext>
            </a:extLst>
          </p:cNvPr>
          <p:cNvSpPr txBox="1">
            <a:spLocks/>
          </p:cNvSpPr>
          <p:nvPr/>
        </p:nvSpPr>
        <p:spPr bwMode="auto">
          <a:xfrm>
            <a:off x="323528" y="1686777"/>
            <a:ext cx="3435016" cy="18611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1" hangingPunct="1">
              <a:spcBef>
                <a:spcPts val="1200"/>
              </a:spcBef>
              <a:spcAft>
                <a:spcPts val="1200"/>
              </a:spcAft>
              <a:buClr>
                <a:srgbClr val="0166B3"/>
              </a:buClr>
              <a:buFont typeface="Arial" charset="0"/>
              <a:buNone/>
            </a:pPr>
            <a:r>
              <a:rPr lang="ru-RU" altLang="ru-RU" sz="2000" spc="20" dirty="0">
                <a:solidFill>
                  <a:srgbClr val="FF000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На данном слайде </a:t>
            </a:r>
            <a:r>
              <a:rPr lang="ru-RU" altLang="ru-RU" sz="2000" u="sng" spc="20" dirty="0">
                <a:solidFill>
                  <a:srgbClr val="FF000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рекомендуется </a:t>
            </a:r>
            <a:r>
              <a:rPr lang="ru-RU" altLang="ru-RU" sz="2000" spc="20" dirty="0">
                <a:solidFill>
                  <a:srgbClr val="FF000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презентовать:</a:t>
            </a:r>
          </a:p>
        </p:txBody>
      </p:sp>
      <p:sp>
        <p:nvSpPr>
          <p:cNvPr id="6" name="Rectangle 3"/>
          <p:cNvSpPr>
            <a:spLocks noChangeArrowheads="1"/>
          </p:cNvSpPr>
          <p:nvPr/>
        </p:nvSpPr>
        <p:spPr bwMode="auto">
          <a:xfrm>
            <a:off x="4211960" y="1707654"/>
            <a:ext cx="4793928" cy="9218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90000" tIns="45000" rIns="90000" bIns="45000">
            <a:spAutoFit/>
          </a:bodyPr>
          <a:lstStyle>
            <a:lvl1pPr marL="285750" indent="-285750">
              <a:lnSpc>
                <a:spcPct val="83000"/>
              </a:lnSpc>
              <a:spcBef>
                <a:spcPts val="1425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32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1pPr>
            <a:lvl2pPr>
              <a:lnSpc>
                <a:spcPct val="83000"/>
              </a:lnSpc>
              <a:spcBef>
                <a:spcPts val="113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4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2pPr>
            <a:lvl3pPr>
              <a:lnSpc>
                <a:spcPct val="83000"/>
              </a:lnSpc>
              <a:spcBef>
                <a:spcPts val="86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3pPr>
            <a:lvl4pPr>
              <a:lnSpc>
                <a:spcPct val="83000"/>
              </a:lnSpc>
              <a:spcBef>
                <a:spcPts val="575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4pPr>
            <a:lvl5pPr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5pPr>
            <a:lvl6pPr marL="25146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6pPr>
            <a:lvl7pPr marL="29718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7pPr>
            <a:lvl8pPr marL="34290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8pPr>
            <a:lvl9pPr marL="38862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9pPr>
          </a:lstStyle>
          <a:p>
            <a:pPr eaLnBrk="1">
              <a:lnSpc>
                <a:spcPct val="100000"/>
              </a:lnSpc>
              <a:spcBef>
                <a:spcPts val="13"/>
              </a:spcBef>
              <a:buClr>
                <a:srgbClr val="0166B3"/>
              </a:buClr>
              <a:buFont typeface="Arial" panose="020B0604020202020204" pitchFamily="34" charset="0"/>
              <a:buChar char="•"/>
            </a:pPr>
            <a:r>
              <a:rPr lang="ru-RU" alt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Оценка предполагаемого эффекта </a:t>
            </a:r>
            <a:r>
              <a:rPr lang="ru-RU" altLang="ru-RU" sz="1800" dirty="0" smtClean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ru-RU" altLang="ru-RU" sz="1800" dirty="0" smtClean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altLang="ru-RU" sz="1800" dirty="0" smtClean="0">
                <a:latin typeface="Arial" panose="020B0604020202020204" pitchFamily="34" charset="0"/>
                <a:cs typeface="Arial" panose="020B0604020202020204" pitchFamily="34" charset="0"/>
              </a:rPr>
              <a:t>с </a:t>
            </a:r>
            <a:r>
              <a:rPr lang="ru-RU" altLang="ru-RU" sz="1800" dirty="0">
                <a:latin typeface="Arial" panose="020B0604020202020204" pitchFamily="34" charset="0"/>
                <a:cs typeface="Arial" panose="020B0604020202020204" pitchFamily="34" charset="0"/>
              </a:rPr>
              <a:t>учетом применения предложенного решения.</a:t>
            </a:r>
          </a:p>
        </p:txBody>
      </p:sp>
    </p:spTree>
    <p:extLst>
      <p:ext uri="{BB962C8B-B14F-4D97-AF65-F5344CB8AC3E}">
        <p14:creationId xmlns:p14="http://schemas.microsoft.com/office/powerpoint/2010/main" val="30336159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4372BDEC-52CD-4904-9C5F-99465694B3EF}"/>
              </a:ext>
            </a:extLst>
          </p:cNvPr>
          <p:cNvSpPr txBox="1">
            <a:spLocks/>
          </p:cNvSpPr>
          <p:nvPr/>
        </p:nvSpPr>
        <p:spPr bwMode="auto">
          <a:xfrm>
            <a:off x="319496" y="213364"/>
            <a:ext cx="5692664" cy="7117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l" eaLnBrk="1" hangingPunct="1"/>
            <a:r>
              <a:rPr lang="ru-RU" altLang="ru-RU" sz="2400" b="1" dirty="0">
                <a:solidFill>
                  <a:srgbClr val="2E56A8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Итоги и результаты внедрения</a:t>
            </a:r>
          </a:p>
        </p:txBody>
      </p:sp>
      <p:sp>
        <p:nvSpPr>
          <p:cNvPr id="8" name="Объект 2">
            <a:extLst>
              <a:ext uri="{FF2B5EF4-FFF2-40B4-BE49-F238E27FC236}">
                <a16:creationId xmlns:a16="http://schemas.microsoft.com/office/drawing/2014/main" id="{A762202A-C402-43A7-AB80-8DCCED36E359}"/>
              </a:ext>
            </a:extLst>
          </p:cNvPr>
          <p:cNvSpPr txBox="1">
            <a:spLocks/>
          </p:cNvSpPr>
          <p:nvPr/>
        </p:nvSpPr>
        <p:spPr bwMode="auto">
          <a:xfrm>
            <a:off x="323528" y="1686777"/>
            <a:ext cx="3435016" cy="18611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1" hangingPunct="1">
              <a:spcBef>
                <a:spcPts val="1200"/>
              </a:spcBef>
              <a:spcAft>
                <a:spcPts val="1200"/>
              </a:spcAft>
              <a:buClr>
                <a:srgbClr val="0166B3"/>
              </a:buClr>
              <a:buFont typeface="Arial" charset="0"/>
              <a:buNone/>
            </a:pPr>
            <a:r>
              <a:rPr lang="ru-RU" altLang="ru-RU" sz="2000" spc="20" dirty="0">
                <a:solidFill>
                  <a:srgbClr val="FF000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На данном слайде </a:t>
            </a:r>
            <a:r>
              <a:rPr lang="ru-RU" altLang="ru-RU" sz="2000" u="sng" spc="20" dirty="0">
                <a:solidFill>
                  <a:srgbClr val="FF000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рекомендуется </a:t>
            </a:r>
            <a:r>
              <a:rPr lang="ru-RU" altLang="ru-RU" sz="2000" spc="20" dirty="0">
                <a:solidFill>
                  <a:srgbClr val="FF000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презентовать:</a:t>
            </a:r>
          </a:p>
        </p:txBody>
      </p:sp>
      <p:sp>
        <p:nvSpPr>
          <p:cNvPr id="9" name="Номер слайда 1"/>
          <p:cNvSpPr>
            <a:spLocks noGrp="1"/>
          </p:cNvSpPr>
          <p:nvPr>
            <p:ph type="sldNum" sz="quarter" idx="12"/>
          </p:nvPr>
        </p:nvSpPr>
        <p:spPr>
          <a:xfrm>
            <a:off x="8625296" y="4779963"/>
            <a:ext cx="333400" cy="273844"/>
          </a:xfrm>
        </p:spPr>
        <p:txBody>
          <a:bodyPr/>
          <a:lstStyle/>
          <a:p>
            <a:fld id="{1C0A57E3-EA23-4E01-B1DF-72CA8D4A16E5}" type="slidenum">
              <a:rPr lang="ru-RU" altLang="ru-RU" sz="1050" smtClean="0">
                <a:solidFill>
                  <a:schemeClr val="tx1"/>
                </a:solidFill>
                <a:latin typeface="Arial Narrow" panose="020B0606020202030204" pitchFamily="34" charset="0"/>
              </a:rPr>
              <a:pPr/>
              <a:t>10</a:t>
            </a:fld>
            <a:endParaRPr lang="ru-RU" altLang="ru-RU" sz="10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6" name="Rectangle 3"/>
          <p:cNvSpPr>
            <a:spLocks noChangeArrowheads="1"/>
          </p:cNvSpPr>
          <p:nvPr/>
        </p:nvSpPr>
        <p:spPr bwMode="auto">
          <a:xfrm>
            <a:off x="4211960" y="1707654"/>
            <a:ext cx="4793928" cy="9218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90000" tIns="45000" rIns="90000" bIns="45000">
            <a:spAutoFit/>
          </a:bodyPr>
          <a:lstStyle>
            <a:lvl1pPr marL="285750" indent="-285750">
              <a:lnSpc>
                <a:spcPct val="83000"/>
              </a:lnSpc>
              <a:spcBef>
                <a:spcPts val="1425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32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1pPr>
            <a:lvl2pPr>
              <a:lnSpc>
                <a:spcPct val="83000"/>
              </a:lnSpc>
              <a:spcBef>
                <a:spcPts val="113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4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2pPr>
            <a:lvl3pPr>
              <a:lnSpc>
                <a:spcPct val="83000"/>
              </a:lnSpc>
              <a:spcBef>
                <a:spcPts val="86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3pPr>
            <a:lvl4pPr>
              <a:lnSpc>
                <a:spcPct val="83000"/>
              </a:lnSpc>
              <a:spcBef>
                <a:spcPts val="575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4pPr>
            <a:lvl5pPr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5pPr>
            <a:lvl6pPr marL="25146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6pPr>
            <a:lvl7pPr marL="29718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7pPr>
            <a:lvl8pPr marL="34290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8pPr>
            <a:lvl9pPr marL="38862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9pPr>
          </a:lstStyle>
          <a:p>
            <a:pPr eaLnBrk="1">
              <a:lnSpc>
                <a:spcPct val="100000"/>
              </a:lnSpc>
              <a:spcBef>
                <a:spcPts val="13"/>
              </a:spcBef>
              <a:buClr>
                <a:srgbClr val="0166B3"/>
              </a:buClr>
              <a:buFont typeface="Arial" panose="020B0604020202020204" pitchFamily="34" charset="0"/>
              <a:buChar char="•"/>
            </a:pPr>
            <a:r>
              <a:rPr lang="ru-RU" alt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Оценка предполагаемого эффекта </a:t>
            </a:r>
            <a:r>
              <a:rPr lang="ru-RU" altLang="ru-RU" sz="1800" dirty="0" smtClean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ru-RU" altLang="ru-RU" sz="1800" dirty="0" smtClean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altLang="ru-RU" sz="1800" dirty="0" smtClean="0">
                <a:latin typeface="Arial" panose="020B0604020202020204" pitchFamily="34" charset="0"/>
                <a:cs typeface="Arial" panose="020B0604020202020204" pitchFamily="34" charset="0"/>
              </a:rPr>
              <a:t>с </a:t>
            </a:r>
            <a:r>
              <a:rPr lang="ru-RU" altLang="ru-RU" sz="1800" dirty="0">
                <a:latin typeface="Arial" panose="020B0604020202020204" pitchFamily="34" charset="0"/>
                <a:cs typeface="Arial" panose="020B0604020202020204" pitchFamily="34" charset="0"/>
              </a:rPr>
              <a:t>учетом применения предложенного решения.</a:t>
            </a:r>
          </a:p>
        </p:txBody>
      </p:sp>
    </p:spTree>
    <p:extLst>
      <p:ext uri="{BB962C8B-B14F-4D97-AF65-F5344CB8AC3E}">
        <p14:creationId xmlns:p14="http://schemas.microsoft.com/office/powerpoint/2010/main" val="40472305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>
          <a:xfrm>
            <a:off x="8625296" y="4779963"/>
            <a:ext cx="333400" cy="273844"/>
          </a:xfrm>
        </p:spPr>
        <p:txBody>
          <a:bodyPr/>
          <a:lstStyle/>
          <a:p>
            <a:fld id="{1C0A57E3-EA23-4E01-B1DF-72CA8D4A16E5}" type="slidenum">
              <a:rPr lang="ru-RU" altLang="ru-RU" sz="1050" smtClean="0">
                <a:solidFill>
                  <a:schemeClr val="tx1"/>
                </a:solidFill>
                <a:latin typeface="Arial Narrow" panose="020B0606020202030204" pitchFamily="34" charset="0"/>
              </a:rPr>
              <a:pPr/>
              <a:t>11</a:t>
            </a:fld>
            <a:endParaRPr lang="ru-RU" altLang="ru-RU" sz="10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3AFFF558-B6F3-4280-91E4-49CD43DC3B23}"/>
              </a:ext>
            </a:extLst>
          </p:cNvPr>
          <p:cNvSpPr txBox="1">
            <a:spLocks/>
          </p:cNvSpPr>
          <p:nvPr/>
        </p:nvSpPr>
        <p:spPr bwMode="auto">
          <a:xfrm>
            <a:off x="319496" y="213364"/>
            <a:ext cx="5692664" cy="7117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l" eaLnBrk="1" hangingPunct="1"/>
            <a:r>
              <a:rPr lang="ru-RU" altLang="ru-RU" sz="2400" b="1" dirty="0">
                <a:solidFill>
                  <a:srgbClr val="2E56A8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Итоги и результаты внедрения</a:t>
            </a:r>
          </a:p>
        </p:txBody>
      </p:sp>
      <p:sp>
        <p:nvSpPr>
          <p:cNvPr id="8" name="Объект 2">
            <a:extLst>
              <a:ext uri="{FF2B5EF4-FFF2-40B4-BE49-F238E27FC236}">
                <a16:creationId xmlns:a16="http://schemas.microsoft.com/office/drawing/2014/main" id="{A762202A-C402-43A7-AB80-8DCCED36E359}"/>
              </a:ext>
            </a:extLst>
          </p:cNvPr>
          <p:cNvSpPr txBox="1">
            <a:spLocks/>
          </p:cNvSpPr>
          <p:nvPr/>
        </p:nvSpPr>
        <p:spPr bwMode="auto">
          <a:xfrm>
            <a:off x="323528" y="1686777"/>
            <a:ext cx="3435016" cy="18611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1" hangingPunct="1">
              <a:spcBef>
                <a:spcPts val="1200"/>
              </a:spcBef>
              <a:spcAft>
                <a:spcPts val="1200"/>
              </a:spcAft>
              <a:buClr>
                <a:srgbClr val="0166B3"/>
              </a:buClr>
              <a:buFont typeface="Arial" charset="0"/>
              <a:buNone/>
            </a:pPr>
            <a:r>
              <a:rPr lang="ru-RU" altLang="ru-RU" sz="2000" spc="20" dirty="0">
                <a:solidFill>
                  <a:srgbClr val="FF000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На данном слайде </a:t>
            </a:r>
            <a:r>
              <a:rPr lang="ru-RU" altLang="ru-RU" sz="2000" u="sng" spc="20" dirty="0">
                <a:solidFill>
                  <a:srgbClr val="FF000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рекомендуется </a:t>
            </a:r>
            <a:r>
              <a:rPr lang="ru-RU" altLang="ru-RU" sz="2000" spc="20" dirty="0">
                <a:solidFill>
                  <a:srgbClr val="FF000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презентовать:</a:t>
            </a:r>
          </a:p>
        </p:txBody>
      </p:sp>
      <p:sp>
        <p:nvSpPr>
          <p:cNvPr id="6" name="Rectangle 3"/>
          <p:cNvSpPr>
            <a:spLocks noChangeArrowheads="1"/>
          </p:cNvSpPr>
          <p:nvPr/>
        </p:nvSpPr>
        <p:spPr bwMode="auto">
          <a:xfrm>
            <a:off x="4211960" y="1707654"/>
            <a:ext cx="4793928" cy="9218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90000" tIns="45000" rIns="90000" bIns="45000">
            <a:spAutoFit/>
          </a:bodyPr>
          <a:lstStyle>
            <a:lvl1pPr marL="285750" indent="-285750">
              <a:lnSpc>
                <a:spcPct val="83000"/>
              </a:lnSpc>
              <a:spcBef>
                <a:spcPts val="1425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32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1pPr>
            <a:lvl2pPr>
              <a:lnSpc>
                <a:spcPct val="83000"/>
              </a:lnSpc>
              <a:spcBef>
                <a:spcPts val="113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4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2pPr>
            <a:lvl3pPr>
              <a:lnSpc>
                <a:spcPct val="83000"/>
              </a:lnSpc>
              <a:spcBef>
                <a:spcPts val="86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3pPr>
            <a:lvl4pPr>
              <a:lnSpc>
                <a:spcPct val="83000"/>
              </a:lnSpc>
              <a:spcBef>
                <a:spcPts val="575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4pPr>
            <a:lvl5pPr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5pPr>
            <a:lvl6pPr marL="25146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6pPr>
            <a:lvl7pPr marL="29718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7pPr>
            <a:lvl8pPr marL="34290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8pPr>
            <a:lvl9pPr marL="38862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9pPr>
          </a:lstStyle>
          <a:p>
            <a:pPr eaLnBrk="1">
              <a:lnSpc>
                <a:spcPct val="100000"/>
              </a:lnSpc>
              <a:spcBef>
                <a:spcPts val="13"/>
              </a:spcBef>
              <a:buClr>
                <a:srgbClr val="0166B3"/>
              </a:buClr>
              <a:buFont typeface="Arial" panose="020B0604020202020204" pitchFamily="34" charset="0"/>
              <a:buChar char="•"/>
            </a:pPr>
            <a:r>
              <a:rPr lang="ru-RU" alt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Оценка предполагаемого эффекта </a:t>
            </a:r>
            <a:r>
              <a:rPr lang="ru-RU" altLang="ru-RU" sz="1800" dirty="0" smtClean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ru-RU" altLang="ru-RU" sz="1800" dirty="0" smtClean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altLang="ru-RU" sz="1800" dirty="0" smtClean="0">
                <a:latin typeface="Arial" panose="020B0604020202020204" pitchFamily="34" charset="0"/>
                <a:cs typeface="Arial" panose="020B0604020202020204" pitchFamily="34" charset="0"/>
              </a:rPr>
              <a:t>с </a:t>
            </a:r>
            <a:r>
              <a:rPr lang="ru-RU" altLang="ru-RU" sz="1800" dirty="0">
                <a:latin typeface="Arial" panose="020B0604020202020204" pitchFamily="34" charset="0"/>
                <a:cs typeface="Arial" panose="020B0604020202020204" pitchFamily="34" charset="0"/>
              </a:rPr>
              <a:t>учетом применения предложенного решения.</a:t>
            </a:r>
          </a:p>
        </p:txBody>
      </p:sp>
    </p:spTree>
    <p:extLst>
      <p:ext uri="{BB962C8B-B14F-4D97-AF65-F5344CB8AC3E}">
        <p14:creationId xmlns:p14="http://schemas.microsoft.com/office/powerpoint/2010/main" val="13160985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>
          <a:xfrm>
            <a:off x="8625296" y="4779963"/>
            <a:ext cx="333400" cy="273844"/>
          </a:xfrm>
        </p:spPr>
        <p:txBody>
          <a:bodyPr/>
          <a:lstStyle/>
          <a:p>
            <a:fld id="{1C0A57E3-EA23-4E01-B1DF-72CA8D4A16E5}" type="slidenum">
              <a:rPr lang="ru-RU" altLang="ru-RU" sz="1050" smtClean="0">
                <a:solidFill>
                  <a:schemeClr val="tx1"/>
                </a:solidFill>
                <a:latin typeface="Arial Narrow" panose="020B0606020202030204" pitchFamily="34" charset="0"/>
              </a:rPr>
              <a:pPr/>
              <a:t>12</a:t>
            </a:fld>
            <a:endParaRPr lang="ru-RU" altLang="ru-RU" sz="10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12" name="Объект 2">
            <a:extLst>
              <a:ext uri="{FF2B5EF4-FFF2-40B4-BE49-F238E27FC236}">
                <a16:creationId xmlns:a16="http://schemas.microsoft.com/office/drawing/2014/main" id="{A762202A-C402-43A7-AB80-8DCCED36E359}"/>
              </a:ext>
            </a:extLst>
          </p:cNvPr>
          <p:cNvSpPr txBox="1">
            <a:spLocks/>
          </p:cNvSpPr>
          <p:nvPr/>
        </p:nvSpPr>
        <p:spPr bwMode="auto">
          <a:xfrm>
            <a:off x="323528" y="1686777"/>
            <a:ext cx="3435016" cy="18611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1" hangingPunct="1">
              <a:spcBef>
                <a:spcPts val="1200"/>
              </a:spcBef>
              <a:spcAft>
                <a:spcPts val="1200"/>
              </a:spcAft>
              <a:buClr>
                <a:srgbClr val="0166B3"/>
              </a:buClr>
              <a:buFont typeface="Arial" charset="0"/>
              <a:buNone/>
            </a:pPr>
            <a:r>
              <a:rPr lang="ru-RU" altLang="ru-RU" sz="2000" spc="20" dirty="0">
                <a:solidFill>
                  <a:srgbClr val="FF000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На данном слайде </a:t>
            </a:r>
            <a:r>
              <a:rPr lang="ru-RU" altLang="ru-RU" sz="2000" u="sng" spc="20" dirty="0">
                <a:solidFill>
                  <a:srgbClr val="FF000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рекомендуется </a:t>
            </a:r>
            <a:r>
              <a:rPr lang="ru-RU" altLang="ru-RU" sz="2000" spc="20" dirty="0">
                <a:solidFill>
                  <a:srgbClr val="FF0000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презентовать:</a:t>
            </a:r>
          </a:p>
        </p:txBody>
      </p:sp>
      <p:sp>
        <p:nvSpPr>
          <p:cNvPr id="14" name="Заголовок 1">
            <a:extLst>
              <a:ext uri="{FF2B5EF4-FFF2-40B4-BE49-F238E27FC236}">
                <a16:creationId xmlns:a16="http://schemas.microsoft.com/office/drawing/2014/main" id="{53BC61C5-89C9-46F9-B8A5-5A0FF4F40D7A}"/>
              </a:ext>
            </a:extLst>
          </p:cNvPr>
          <p:cNvSpPr txBox="1">
            <a:spLocks/>
          </p:cNvSpPr>
          <p:nvPr/>
        </p:nvSpPr>
        <p:spPr bwMode="auto">
          <a:xfrm>
            <a:off x="319496" y="213364"/>
            <a:ext cx="5692664" cy="7117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l" eaLnBrk="1" hangingPunct="1"/>
            <a:r>
              <a:rPr lang="ru-RU" altLang="ru-RU" sz="2400" b="1" dirty="0">
                <a:solidFill>
                  <a:srgbClr val="2E56A8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Итоги и результаты внедрения</a:t>
            </a:r>
          </a:p>
        </p:txBody>
      </p:sp>
      <p:sp>
        <p:nvSpPr>
          <p:cNvPr id="6" name="Rectangle 3"/>
          <p:cNvSpPr>
            <a:spLocks noChangeArrowheads="1"/>
          </p:cNvSpPr>
          <p:nvPr/>
        </p:nvSpPr>
        <p:spPr bwMode="auto">
          <a:xfrm>
            <a:off x="4211960" y="1707654"/>
            <a:ext cx="4793928" cy="9218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90000" tIns="45000" rIns="90000" bIns="45000">
            <a:spAutoFit/>
          </a:bodyPr>
          <a:lstStyle>
            <a:lvl1pPr marL="285750" indent="-285750">
              <a:lnSpc>
                <a:spcPct val="83000"/>
              </a:lnSpc>
              <a:spcBef>
                <a:spcPts val="1425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32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1pPr>
            <a:lvl2pPr>
              <a:lnSpc>
                <a:spcPct val="83000"/>
              </a:lnSpc>
              <a:spcBef>
                <a:spcPts val="113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4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2pPr>
            <a:lvl3pPr>
              <a:lnSpc>
                <a:spcPct val="83000"/>
              </a:lnSpc>
              <a:spcBef>
                <a:spcPts val="86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3pPr>
            <a:lvl4pPr>
              <a:lnSpc>
                <a:spcPct val="83000"/>
              </a:lnSpc>
              <a:spcBef>
                <a:spcPts val="575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4pPr>
            <a:lvl5pPr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5pPr>
            <a:lvl6pPr marL="25146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6pPr>
            <a:lvl7pPr marL="29718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7pPr>
            <a:lvl8pPr marL="34290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8pPr>
            <a:lvl9pPr marL="3886200" indent="-228600" eaLnBrk="0" fontAlgn="base" hangingPunct="0">
              <a:lnSpc>
                <a:spcPct val="83000"/>
              </a:lnSpc>
              <a:spcBef>
                <a:spcPts val="288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DejaVu Sans" charset="0"/>
              </a:defRPr>
            </a:lvl9pPr>
          </a:lstStyle>
          <a:p>
            <a:pPr eaLnBrk="1">
              <a:lnSpc>
                <a:spcPct val="100000"/>
              </a:lnSpc>
              <a:spcBef>
                <a:spcPts val="13"/>
              </a:spcBef>
              <a:buClr>
                <a:srgbClr val="0166B3"/>
              </a:buClr>
              <a:buFont typeface="Arial" panose="020B0604020202020204" pitchFamily="34" charset="0"/>
              <a:buChar char="•"/>
            </a:pPr>
            <a:r>
              <a:rPr lang="ru-RU" alt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Оценка предполагаемого эффекта </a:t>
            </a:r>
            <a:r>
              <a:rPr lang="ru-RU" altLang="ru-RU" sz="1800" dirty="0" smtClean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ru-RU" altLang="ru-RU" sz="1800" dirty="0" smtClean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altLang="ru-RU" sz="1800" dirty="0" smtClean="0">
                <a:latin typeface="Arial" panose="020B0604020202020204" pitchFamily="34" charset="0"/>
                <a:cs typeface="Arial" panose="020B0604020202020204" pitchFamily="34" charset="0"/>
              </a:rPr>
              <a:t>с </a:t>
            </a:r>
            <a:r>
              <a:rPr lang="ru-RU" altLang="ru-RU" sz="1800" dirty="0">
                <a:latin typeface="Arial" panose="020B0604020202020204" pitchFamily="34" charset="0"/>
                <a:cs typeface="Arial" panose="020B0604020202020204" pitchFamily="34" charset="0"/>
              </a:rPr>
              <a:t>учетом применения предложенного решения.</a:t>
            </a:r>
          </a:p>
        </p:txBody>
      </p:sp>
    </p:spTree>
    <p:extLst>
      <p:ext uri="{BB962C8B-B14F-4D97-AF65-F5344CB8AC3E}">
        <p14:creationId xmlns:p14="http://schemas.microsoft.com/office/powerpoint/2010/main" val="15756653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Объект 2">
            <a:extLst>
              <a:ext uri="{FF2B5EF4-FFF2-40B4-BE49-F238E27FC236}">
                <a16:creationId xmlns:a16="http://schemas.microsoft.com/office/drawing/2014/main" id="{6A11888E-22F9-4B42-AE59-08E770309D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8680" y="1012908"/>
            <a:ext cx="8613800" cy="600164"/>
          </a:xfrm>
        </p:spPr>
        <p:txBody>
          <a:bodyPr/>
          <a:lstStyle/>
          <a:p>
            <a:pPr marL="0" indent="0" eaLnBrk="1" hangingPunct="1">
              <a:spcBef>
                <a:spcPts val="1200"/>
              </a:spcBef>
              <a:spcAft>
                <a:spcPts val="1200"/>
              </a:spcAft>
              <a:buClr>
                <a:srgbClr val="0166B3"/>
              </a:buClr>
              <a:buNone/>
            </a:pPr>
            <a:r>
              <a:rPr lang="ru-RU" altLang="ru-RU" sz="2000" spc="20" dirty="0">
                <a:solidFill>
                  <a:srgbClr val="2E56A8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Свое решение представила команда «НАЗВАНИЕ» в составе: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11D26829-74B4-4819-BC82-76B4C96ADE4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398" t="29701" r="39723" b="22700"/>
          <a:stretch/>
        </p:blipFill>
        <p:spPr>
          <a:xfrm>
            <a:off x="401442" y="1697427"/>
            <a:ext cx="1728192" cy="1728192"/>
          </a:xfrm>
          <a:prstGeom prst="ellipse">
            <a:avLst/>
          </a:prstGeom>
        </p:spPr>
      </p:pic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95990225-9EA8-43F7-A0D0-1E00F7CA929A}"/>
              </a:ext>
            </a:extLst>
          </p:cNvPr>
          <p:cNvSpPr/>
          <p:nvPr/>
        </p:nvSpPr>
        <p:spPr>
          <a:xfrm>
            <a:off x="343920" y="3510142"/>
            <a:ext cx="156581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spc="20" dirty="0">
                <a:solidFill>
                  <a:srgbClr val="2E56A8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Имя Фамилия</a:t>
            </a:r>
          </a:p>
          <a:p>
            <a:r>
              <a:rPr lang="ru-RU" sz="1200" spc="20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Роль в команде</a:t>
            </a:r>
            <a:endParaRPr lang="ru-RU" sz="1200" dirty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01409290-CF8E-4F7A-8B3F-3A89452FE030}"/>
              </a:ext>
            </a:extLst>
          </p:cNvPr>
          <p:cNvSpPr/>
          <p:nvPr/>
        </p:nvSpPr>
        <p:spPr>
          <a:xfrm>
            <a:off x="343921" y="4086240"/>
            <a:ext cx="1829781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000" spc="20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Коротко об участнике: какие задачи решал, опыт участия в аналогичных проектах, вклад </a:t>
            </a:r>
            <a:endParaRPr lang="ru-RU" sz="1000" spc="20" dirty="0" smtClean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r>
              <a:rPr lang="ru-RU" sz="1000" spc="20" dirty="0" smtClean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в </a:t>
            </a:r>
            <a:r>
              <a:rPr lang="ru-RU" sz="1000" spc="20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решение кейса</a:t>
            </a:r>
            <a:endParaRPr lang="ru-RU" sz="1000" dirty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92F20D05-2EAC-456C-ACF7-EFB76AEB8A8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398" t="29701" r="39723" b="22700"/>
          <a:stretch/>
        </p:blipFill>
        <p:spPr>
          <a:xfrm>
            <a:off x="2553808" y="1697427"/>
            <a:ext cx="1728192" cy="1728192"/>
          </a:xfrm>
          <a:prstGeom prst="ellipse">
            <a:avLst/>
          </a:prstGeom>
        </p:spPr>
      </p:pic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0D671F29-2B92-40B2-827B-B8CBF4F30D0E}"/>
              </a:ext>
            </a:extLst>
          </p:cNvPr>
          <p:cNvSpPr/>
          <p:nvPr/>
        </p:nvSpPr>
        <p:spPr>
          <a:xfrm>
            <a:off x="2496286" y="3510142"/>
            <a:ext cx="156581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spc="20" dirty="0">
                <a:solidFill>
                  <a:srgbClr val="2E56A8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Имя Фамилия</a:t>
            </a:r>
          </a:p>
          <a:p>
            <a:r>
              <a:rPr lang="ru-RU" sz="1200" spc="20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Роль в команде</a:t>
            </a:r>
            <a:endParaRPr lang="ru-RU" sz="1200" dirty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33E0750F-F1D8-4569-A63A-0C9350B15A22}"/>
              </a:ext>
            </a:extLst>
          </p:cNvPr>
          <p:cNvSpPr/>
          <p:nvPr/>
        </p:nvSpPr>
        <p:spPr>
          <a:xfrm>
            <a:off x="2496287" y="4086240"/>
            <a:ext cx="1829781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000" spc="20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Коротко об участнике: какие задачи решал, опыт участия в аналогичных проектах, вклад </a:t>
            </a:r>
            <a:endParaRPr lang="ru-RU" sz="1000" spc="20" dirty="0" smtClean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r>
              <a:rPr lang="ru-RU" sz="1000" spc="20" dirty="0" smtClean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в </a:t>
            </a:r>
            <a:r>
              <a:rPr lang="ru-RU" sz="1000" spc="20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решение кейса</a:t>
            </a:r>
            <a:endParaRPr lang="ru-RU" sz="1000" dirty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8640F9A6-7224-4731-B008-4838C9E2D4F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398" t="29701" r="39723" b="22700"/>
          <a:stretch/>
        </p:blipFill>
        <p:spPr>
          <a:xfrm>
            <a:off x="4706174" y="1697427"/>
            <a:ext cx="1728192" cy="1728192"/>
          </a:xfrm>
          <a:prstGeom prst="ellipse">
            <a:avLst/>
          </a:prstGeom>
        </p:spPr>
      </p:pic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B6BA645E-A61F-4C00-BB14-C9AE76BA30EA}"/>
              </a:ext>
            </a:extLst>
          </p:cNvPr>
          <p:cNvSpPr/>
          <p:nvPr/>
        </p:nvSpPr>
        <p:spPr>
          <a:xfrm>
            <a:off x="4648652" y="3510142"/>
            <a:ext cx="156581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spc="20" dirty="0">
                <a:solidFill>
                  <a:srgbClr val="2E56A8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Имя Фамилия</a:t>
            </a:r>
          </a:p>
          <a:p>
            <a:r>
              <a:rPr lang="ru-RU" sz="1200" spc="20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Роль в команде</a:t>
            </a:r>
            <a:endParaRPr lang="ru-RU" sz="1200" dirty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6ACEBE57-6B88-4E5A-A227-85286B52A1A6}"/>
              </a:ext>
            </a:extLst>
          </p:cNvPr>
          <p:cNvSpPr/>
          <p:nvPr/>
        </p:nvSpPr>
        <p:spPr>
          <a:xfrm>
            <a:off x="4648653" y="4086240"/>
            <a:ext cx="1829781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000" spc="20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Коротко об участнике: какие задачи решал, опыт участия в аналогичных проектах, вклад </a:t>
            </a:r>
            <a:endParaRPr lang="ru-RU" sz="1000" spc="20" dirty="0" smtClean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r>
              <a:rPr lang="ru-RU" sz="1000" spc="20" dirty="0" smtClean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в </a:t>
            </a:r>
            <a:r>
              <a:rPr lang="ru-RU" sz="1000" spc="20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решение кейса</a:t>
            </a:r>
            <a:endParaRPr lang="ru-RU" sz="1000" dirty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E06418EC-1279-46CD-A197-EB5EBBFE2CB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398" t="29701" r="39723" b="22700"/>
          <a:stretch/>
        </p:blipFill>
        <p:spPr>
          <a:xfrm>
            <a:off x="6858541" y="1697427"/>
            <a:ext cx="1728192" cy="1728192"/>
          </a:xfrm>
          <a:prstGeom prst="ellipse">
            <a:avLst/>
          </a:prstGeom>
        </p:spPr>
      </p:pic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99A16D46-996F-449D-899E-B81131297C11}"/>
              </a:ext>
            </a:extLst>
          </p:cNvPr>
          <p:cNvSpPr/>
          <p:nvPr/>
        </p:nvSpPr>
        <p:spPr>
          <a:xfrm>
            <a:off x="6801019" y="3510142"/>
            <a:ext cx="156581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spc="20" dirty="0">
                <a:solidFill>
                  <a:srgbClr val="2E56A8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Имя Фамилия</a:t>
            </a:r>
          </a:p>
          <a:p>
            <a:r>
              <a:rPr lang="ru-RU" sz="1200" spc="20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Роль в команде</a:t>
            </a:r>
            <a:endParaRPr lang="ru-RU" sz="1200" dirty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FA7A0BD3-9F1E-4714-A85F-CE15041055A4}"/>
              </a:ext>
            </a:extLst>
          </p:cNvPr>
          <p:cNvSpPr/>
          <p:nvPr/>
        </p:nvSpPr>
        <p:spPr>
          <a:xfrm>
            <a:off x="6801020" y="4086240"/>
            <a:ext cx="1829781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000" spc="20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Коротко об участнике: какие задачи решал, опыт участия в аналогичных проектах, вклад </a:t>
            </a:r>
            <a:endParaRPr lang="ru-RU" sz="1000" spc="20" dirty="0" smtClean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  <a:p>
            <a:r>
              <a:rPr lang="ru-RU" sz="1000" spc="20" dirty="0" smtClean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в </a:t>
            </a:r>
            <a:r>
              <a:rPr lang="ru-RU" sz="1000" spc="20" dirty="0"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решение кейса</a:t>
            </a:r>
            <a:endParaRPr lang="ru-RU" sz="1000" dirty="0"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43" name="Номер слайда 1"/>
          <p:cNvSpPr>
            <a:spLocks noGrp="1"/>
          </p:cNvSpPr>
          <p:nvPr>
            <p:ph type="sldNum" sz="quarter" idx="12"/>
          </p:nvPr>
        </p:nvSpPr>
        <p:spPr>
          <a:xfrm>
            <a:off x="8625296" y="4779963"/>
            <a:ext cx="333400" cy="273844"/>
          </a:xfrm>
        </p:spPr>
        <p:txBody>
          <a:bodyPr/>
          <a:lstStyle/>
          <a:p>
            <a:fld id="{1C0A57E3-EA23-4E01-B1DF-72CA8D4A16E5}" type="slidenum">
              <a:rPr lang="ru-RU" altLang="ru-RU" sz="1050" smtClean="0">
                <a:solidFill>
                  <a:schemeClr val="tx1"/>
                </a:solidFill>
                <a:latin typeface="Arial Narrow" panose="020B0606020202030204" pitchFamily="34" charset="0"/>
              </a:rPr>
              <a:pPr/>
              <a:t>13</a:t>
            </a:fld>
            <a:endParaRPr lang="ru-RU" altLang="ru-RU" sz="10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44" name="Заголовок 1">
            <a:extLst>
              <a:ext uri="{FF2B5EF4-FFF2-40B4-BE49-F238E27FC236}">
                <a16:creationId xmlns:a16="http://schemas.microsoft.com/office/drawing/2014/main" id="{53BC61C5-89C9-46F9-B8A5-5A0FF4F40D7A}"/>
              </a:ext>
            </a:extLst>
          </p:cNvPr>
          <p:cNvSpPr txBox="1">
            <a:spLocks/>
          </p:cNvSpPr>
          <p:nvPr/>
        </p:nvSpPr>
        <p:spPr bwMode="auto">
          <a:xfrm>
            <a:off x="319496" y="213364"/>
            <a:ext cx="5692664" cy="7117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l" eaLnBrk="1" hangingPunct="1"/>
            <a:r>
              <a:rPr lang="ru-RU" altLang="ru-RU" sz="2000" b="1" dirty="0" smtClean="0">
                <a:solidFill>
                  <a:srgbClr val="2E56A8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«Спасибо за внимание!»</a:t>
            </a:r>
            <a:endParaRPr lang="ru-RU" altLang="ru-RU" sz="2000" b="1" dirty="0">
              <a:solidFill>
                <a:srgbClr val="2E56A8"/>
              </a:solidFill>
              <a:latin typeface="Arial" panose="020B0604020202020204" pitchFamily="34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7944" y="195486"/>
            <a:ext cx="3495675" cy="60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128262"/>
      </p:ext>
    </p:extLst>
  </p:cSld>
  <p:clrMapOvr>
    <a:masterClrMapping/>
  </p:clrMapOvr>
</p:sld>
</file>

<file path=ppt/theme/theme1.xml><?xml version="1.0" encoding="utf-8"?>
<a:theme xmlns:a="http://schemas.openxmlformats.org/drawingml/2006/main" name="Шаблон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Шаблон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Шаблон</Template>
  <TotalTime>3720</TotalTime>
  <Words>435</Words>
  <Application>Microsoft Office PowerPoint</Application>
  <PresentationFormat>Экран (16:9)</PresentationFormat>
  <Paragraphs>86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13</vt:i4>
      </vt:variant>
    </vt:vector>
  </HeadingPairs>
  <TitlesOfParts>
    <vt:vector size="20" baseType="lpstr">
      <vt:lpstr>Arial</vt:lpstr>
      <vt:lpstr>Arial Narrow</vt:lpstr>
      <vt:lpstr>Calibri</vt:lpstr>
      <vt:lpstr>DejaVu Sans</vt:lpstr>
      <vt:lpstr>Roboto</vt:lpstr>
      <vt:lpstr>Шаблон</vt:lpstr>
      <vt:lpstr>1_Шаблон</vt:lpstr>
      <vt:lpstr>Презентация PowerPoint</vt:lpstr>
      <vt:lpstr>Команда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РусГидро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Требования к структуре и формату презентаций бизнес кейсов</dc:title>
  <dc:creator>Леванковский</dc:creator>
  <cp:lastModifiedBy>User</cp:lastModifiedBy>
  <cp:revision>280</cp:revision>
  <dcterms:created xsi:type="dcterms:W3CDTF">2013-07-08T05:17:23Z</dcterms:created>
  <dcterms:modified xsi:type="dcterms:W3CDTF">2026-09-04T13:40:42Z</dcterms:modified>
</cp:coreProperties>
</file>